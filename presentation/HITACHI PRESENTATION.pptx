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5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81" r:id="rId14"/>
    <p:sldId id="267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2" r:id="rId30"/>
    <p:sldId id="290" r:id="rId31"/>
    <p:sldId id="291" r:id="rId32"/>
    <p:sldId id="293" r:id="rId33"/>
    <p:sldId id="282" r:id="rId34"/>
  </p:sldIdLst>
  <p:sldSz cx="18288000" cy="10287000"/>
  <p:notesSz cx="6858000" cy="9144000"/>
  <p:embeddedFontLst>
    <p:embeddedFont>
      <p:font typeface="K2D" panose="020B0604020202020204" charset="-34"/>
      <p:regular r:id="rId36"/>
    </p:embeddedFont>
    <p:embeddedFont>
      <p:font typeface="K2D Bold" panose="020B0604020202020204" charset="-34"/>
      <p:regular r:id="rId37"/>
    </p:embeddedFont>
    <p:embeddedFont>
      <p:font typeface="Muli" panose="020B0604020202020204" charset="0"/>
      <p:regular r:id="rId38"/>
    </p:embeddedFont>
    <p:embeddedFont>
      <p:font typeface="Poppins Bold" panose="00000800000000000000" pitchFamily="2" charset="0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C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F0D36B-FB9B-4428-A71E-FD24F3E7B114}" v="33" dt="2025-01-31T07:41:03.825"/>
    <p1510:client id="{7BA1370A-332F-4771-92A4-E18B0F65749B}" v="1618" dt="2025-01-31T01:39:09.209"/>
    <p1510:client id="{8A9E0037-3379-4B2E-952E-EAEBB968D2D8}" v="2" dt="2025-01-31T11:19:16.300"/>
    <p1510:client id="{8BC9CA99-12BA-4B70-9D80-03D7257AE2DB}" v="103" dt="2025-01-30T16:30:44.979"/>
    <p1510:client id="{8D0D9C9D-2F12-4D42-9783-67A464E021ED}" v="29" dt="2025-01-30T19:01:16.907"/>
    <p1510:client id="{A666383F-501A-4ED9-BD14-701082FFDDD6}" v="21" dt="2025-01-30T17:20:26.983"/>
    <p1510:client id="{AF1BB437-3428-4F88-AC13-E9A880B0A66A}" v="88" dt="2025-01-31T10:59:30.145"/>
    <p1510:client id="{DC89F55F-D99C-4E32-9D73-58FFA8C941A9}" v="127" dt="2025-01-30T18:26:37.831"/>
    <p1510:client id="{F190690A-EC27-4ACB-A5BE-75C015564467}" v="201" dt="2025-01-30T23:06:34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FICO" userId="S::antonio.fico2@studenti.unina.it::a7ce7e29-e826-4272-a257-0d7e12d1b817" providerId="AD" clId="Web-{8BC9CA99-12BA-4B70-9D80-03D7257AE2DB}"/>
    <pc:docChg chg="modSld">
      <pc:chgData name="ANTONIO FICO" userId="S::antonio.fico2@studenti.unina.it::a7ce7e29-e826-4272-a257-0d7e12d1b817" providerId="AD" clId="Web-{8BC9CA99-12BA-4B70-9D80-03D7257AE2DB}" dt="2025-01-30T16:30:44.557" v="59" actId="20577"/>
      <pc:docMkLst>
        <pc:docMk/>
      </pc:docMkLst>
      <pc:sldChg chg="addSp modSp">
        <pc:chgData name="ANTONIO FICO" userId="S::antonio.fico2@studenti.unina.it::a7ce7e29-e826-4272-a257-0d7e12d1b817" providerId="AD" clId="Web-{8BC9CA99-12BA-4B70-9D80-03D7257AE2DB}" dt="2025-01-30T16:30:44.557" v="59" actId="20577"/>
        <pc:sldMkLst>
          <pc:docMk/>
          <pc:sldMk cId="0" sldId="265"/>
        </pc:sldMkLst>
        <pc:spChg chg="mod">
          <ac:chgData name="ANTONIO FICO" userId="S::antonio.fico2@studenti.unina.it::a7ce7e29-e826-4272-a257-0d7e12d1b817" providerId="AD" clId="Web-{8BC9CA99-12BA-4B70-9D80-03D7257AE2DB}" dt="2025-01-30T16:28:47.709" v="17" actId="20577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ANTONIO FICO" userId="S::antonio.fico2@studenti.unina.it::a7ce7e29-e826-4272-a257-0d7e12d1b817" providerId="AD" clId="Web-{8BC9CA99-12BA-4B70-9D80-03D7257AE2DB}" dt="2025-01-30T16:30:44.557" v="59" actId="20577"/>
          <ac:spMkLst>
            <pc:docMk/>
            <pc:sldMk cId="0" sldId="265"/>
            <ac:spMk id="10" creationId="{32E99567-DA37-CF34-387B-613089C23A1F}"/>
          </ac:spMkLst>
        </pc:spChg>
        <pc:spChg chg="mod">
          <ac:chgData name="ANTONIO FICO" userId="S::antonio.fico2@studenti.unina.it::a7ce7e29-e826-4272-a257-0d7e12d1b817" providerId="AD" clId="Web-{8BC9CA99-12BA-4B70-9D80-03D7257AE2DB}" dt="2025-01-30T16:26:35.110" v="1" actId="14100"/>
          <ac:spMkLst>
            <pc:docMk/>
            <pc:sldMk cId="0" sldId="265"/>
            <ac:spMk id="17" creationId="{00000000-0000-0000-0000-000000000000}"/>
          </ac:spMkLst>
        </pc:spChg>
      </pc:sldChg>
    </pc:docChg>
  </pc:docChgLst>
  <pc:docChgLst>
    <pc:chgData name="ANTONIO FICO" userId="S::antonio.fico2@studenti.unina.it::a7ce7e29-e826-4272-a257-0d7e12d1b817" providerId="AD" clId="Web-{DC89F55F-D99C-4E32-9D73-58FFA8C941A9}"/>
    <pc:docChg chg="addSld delSld modSld sldOrd">
      <pc:chgData name="ANTONIO FICO" userId="S::antonio.fico2@studenti.unina.it::a7ce7e29-e826-4272-a257-0d7e12d1b817" providerId="AD" clId="Web-{DC89F55F-D99C-4E32-9D73-58FFA8C941A9}" dt="2025-01-30T18:26:37.831" v="77"/>
      <pc:docMkLst>
        <pc:docMk/>
      </pc:docMkLst>
      <pc:sldChg chg="modSp">
        <pc:chgData name="ANTONIO FICO" userId="S::antonio.fico2@studenti.unina.it::a7ce7e29-e826-4272-a257-0d7e12d1b817" providerId="AD" clId="Web-{DC89F55F-D99C-4E32-9D73-58FFA8C941A9}" dt="2025-01-30T18:22:24.477" v="17" actId="14100"/>
        <pc:sldMkLst>
          <pc:docMk/>
          <pc:sldMk cId="0" sldId="257"/>
        </pc:sldMkLst>
        <pc:spChg chg="mod">
          <ac:chgData name="ANTONIO FICO" userId="S::antonio.fico2@studenti.unina.it::a7ce7e29-e826-4272-a257-0d7e12d1b817" providerId="AD" clId="Web-{DC89F55F-D99C-4E32-9D73-58FFA8C941A9}" dt="2025-01-30T18:19:35.752" v="8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NTONIO FICO" userId="S::antonio.fico2@studenti.unina.it::a7ce7e29-e826-4272-a257-0d7e12d1b817" providerId="AD" clId="Web-{DC89F55F-D99C-4E32-9D73-58FFA8C941A9}" dt="2025-01-30T18:22:24.477" v="17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NTONIO FICO" userId="S::antonio.fico2@studenti.unina.it::a7ce7e29-e826-4272-a257-0d7e12d1b817" providerId="AD" clId="Web-{DC89F55F-D99C-4E32-9D73-58FFA8C941A9}" dt="2025-01-30T18:21:34.788" v="10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NTONIO FICO" userId="S::antonio.fico2@studenti.unina.it::a7ce7e29-e826-4272-a257-0d7e12d1b817" providerId="AD" clId="Web-{DC89F55F-D99C-4E32-9D73-58FFA8C941A9}" dt="2025-01-30T18:19:05.985" v="7" actId="1076"/>
          <ac:spMkLst>
            <pc:docMk/>
            <pc:sldMk cId="0" sldId="257"/>
            <ac:spMk id="21" creationId="{00000000-0000-0000-0000-000000000000}"/>
          </ac:spMkLst>
        </pc:spChg>
      </pc:sldChg>
      <pc:sldChg chg="delSp">
        <pc:chgData name="ANTONIO FICO" userId="S::antonio.fico2@studenti.unina.it::a7ce7e29-e826-4272-a257-0d7e12d1b817" providerId="AD" clId="Web-{DC89F55F-D99C-4E32-9D73-58FFA8C941A9}" dt="2025-01-30T18:15:56.243" v="0"/>
        <pc:sldMkLst>
          <pc:docMk/>
          <pc:sldMk cId="0" sldId="265"/>
        </pc:sldMkLst>
        <pc:spChg chg="del">
          <ac:chgData name="ANTONIO FICO" userId="S::antonio.fico2@studenti.unina.it::a7ce7e29-e826-4272-a257-0d7e12d1b817" providerId="AD" clId="Web-{DC89F55F-D99C-4E32-9D73-58FFA8C941A9}" dt="2025-01-30T18:15:56.243" v="0"/>
          <ac:spMkLst>
            <pc:docMk/>
            <pc:sldMk cId="0" sldId="265"/>
            <ac:spMk id="2" creationId="{00000000-0000-0000-0000-000000000000}"/>
          </ac:spMkLst>
        </pc:spChg>
      </pc:sldChg>
      <pc:sldChg chg="del">
        <pc:chgData name="ANTONIO FICO" userId="S::antonio.fico2@studenti.unina.it::a7ce7e29-e826-4272-a257-0d7e12d1b817" providerId="AD" clId="Web-{DC89F55F-D99C-4E32-9D73-58FFA8C941A9}" dt="2025-01-30T18:16:26.291" v="2"/>
        <pc:sldMkLst>
          <pc:docMk/>
          <pc:sldMk cId="0" sldId="266"/>
        </pc:sldMkLst>
      </pc:sldChg>
      <pc:sldChg chg="del">
        <pc:chgData name="ANTONIO FICO" userId="S::antonio.fico2@studenti.unina.it::a7ce7e29-e826-4272-a257-0d7e12d1b817" providerId="AD" clId="Web-{DC89F55F-D99C-4E32-9D73-58FFA8C941A9}" dt="2025-01-30T18:26:37.831" v="77"/>
        <pc:sldMkLst>
          <pc:docMk/>
          <pc:sldMk cId="0" sldId="271"/>
        </pc:sldMkLst>
      </pc:sldChg>
      <pc:sldChg chg="del">
        <pc:chgData name="ANTONIO FICO" userId="S::antonio.fico2@studenti.unina.it::a7ce7e29-e826-4272-a257-0d7e12d1b817" providerId="AD" clId="Web-{DC89F55F-D99C-4E32-9D73-58FFA8C941A9}" dt="2025-01-30T18:22:43.322" v="18"/>
        <pc:sldMkLst>
          <pc:docMk/>
          <pc:sldMk cId="1867931843" sldId="279"/>
        </pc:sldMkLst>
      </pc:sldChg>
      <pc:sldChg chg="del">
        <pc:chgData name="ANTONIO FICO" userId="S::antonio.fico2@studenti.unina.it::a7ce7e29-e826-4272-a257-0d7e12d1b817" providerId="AD" clId="Web-{DC89F55F-D99C-4E32-9D73-58FFA8C941A9}" dt="2025-01-30T18:16:21.384" v="1"/>
        <pc:sldMkLst>
          <pc:docMk/>
          <pc:sldMk cId="2557774640" sldId="280"/>
        </pc:sldMkLst>
      </pc:sldChg>
      <pc:sldChg chg="delSp modSp add ord replId">
        <pc:chgData name="ANTONIO FICO" userId="S::antonio.fico2@studenti.unina.it::a7ce7e29-e826-4272-a257-0d7e12d1b817" providerId="AD" clId="Web-{DC89F55F-D99C-4E32-9D73-58FFA8C941A9}" dt="2025-01-30T18:26:23.159" v="76" actId="1076"/>
        <pc:sldMkLst>
          <pc:docMk/>
          <pc:sldMk cId="1669844473" sldId="282"/>
        </pc:sldMkLst>
        <pc:spChg chg="mod">
          <ac:chgData name="ANTONIO FICO" userId="S::antonio.fico2@studenti.unina.it::a7ce7e29-e826-4272-a257-0d7e12d1b817" providerId="AD" clId="Web-{DC89F55F-D99C-4E32-9D73-58FFA8C941A9}" dt="2025-01-30T18:24:41.295" v="47" actId="20577"/>
          <ac:spMkLst>
            <pc:docMk/>
            <pc:sldMk cId="1669844473" sldId="282"/>
            <ac:spMk id="3" creationId="{294FBF52-F251-84BB-F83C-F8F37E9B84C5}"/>
          </ac:spMkLst>
        </pc:spChg>
        <pc:spChg chg="del mod">
          <ac:chgData name="ANTONIO FICO" userId="S::antonio.fico2@studenti.unina.it::a7ce7e29-e826-4272-a257-0d7e12d1b817" providerId="AD" clId="Web-{DC89F55F-D99C-4E32-9D73-58FFA8C941A9}" dt="2025-01-30T18:24:46.499" v="50"/>
          <ac:spMkLst>
            <pc:docMk/>
            <pc:sldMk cId="1669844473" sldId="282"/>
            <ac:spMk id="16" creationId="{8D511A06-A8C5-A8A3-2AB9-F1505576469C}"/>
          </ac:spMkLst>
        </pc:spChg>
        <pc:spChg chg="mod">
          <ac:chgData name="ANTONIO FICO" userId="S::antonio.fico2@studenti.unina.it::a7ce7e29-e826-4272-a257-0d7e12d1b817" providerId="AD" clId="Web-{DC89F55F-D99C-4E32-9D73-58FFA8C941A9}" dt="2025-01-30T18:26:23.159" v="76" actId="1076"/>
          <ac:spMkLst>
            <pc:docMk/>
            <pc:sldMk cId="1669844473" sldId="282"/>
            <ac:spMk id="21" creationId="{B21634E5-03AB-7030-658C-458C14015769}"/>
          </ac:spMkLst>
        </pc:spChg>
      </pc:sldChg>
    </pc:docChg>
  </pc:docChgLst>
  <pc:docChgLst>
    <pc:chgData name="DONATO D'AMBROSIO" userId="S::dona.dambrosio@studenti.unina.it::b98a7000-83ce-4140-83b3-808f9850f469" providerId="AD" clId="Web-{8A9E0037-3379-4B2E-952E-EAEBB968D2D8}"/>
    <pc:docChg chg="modSld">
      <pc:chgData name="DONATO D'AMBROSIO" userId="S::dona.dambrosio@studenti.unina.it::b98a7000-83ce-4140-83b3-808f9850f469" providerId="AD" clId="Web-{8A9E0037-3379-4B2E-952E-EAEBB968D2D8}" dt="2025-01-31T11:19:16.300" v="1" actId="1076"/>
      <pc:docMkLst>
        <pc:docMk/>
      </pc:docMkLst>
      <pc:sldChg chg="modSp">
        <pc:chgData name="DONATO D'AMBROSIO" userId="S::dona.dambrosio@studenti.unina.it::b98a7000-83ce-4140-83b3-808f9850f469" providerId="AD" clId="Web-{8A9E0037-3379-4B2E-952E-EAEBB968D2D8}" dt="2025-01-31T11:19:16.300" v="1" actId="1076"/>
        <pc:sldMkLst>
          <pc:docMk/>
          <pc:sldMk cId="3217861932" sldId="290"/>
        </pc:sldMkLst>
        <pc:picChg chg="mod">
          <ac:chgData name="DONATO D'AMBROSIO" userId="S::dona.dambrosio@studenti.unina.it::b98a7000-83ce-4140-83b3-808f9850f469" providerId="AD" clId="Web-{8A9E0037-3379-4B2E-952E-EAEBB968D2D8}" dt="2025-01-31T11:19:16.300" v="1" actId="1076"/>
          <ac:picMkLst>
            <pc:docMk/>
            <pc:sldMk cId="3217861932" sldId="290"/>
            <ac:picMk id="19" creationId="{5750D4B0-B0E0-A874-7AE9-00D79CE2CFBF}"/>
          </ac:picMkLst>
        </pc:picChg>
      </pc:sldChg>
    </pc:docChg>
  </pc:docChgLst>
  <pc:docChgLst>
    <pc:chgData name="ANTONIO FICO" userId="S::antonio.fico2@studenti.unina.it::a7ce7e29-e826-4272-a257-0d7e12d1b817" providerId="AD" clId="Web-{8D0D9C9D-2F12-4D42-9783-67A464E021ED}"/>
    <pc:docChg chg="modSld">
      <pc:chgData name="ANTONIO FICO" userId="S::antonio.fico2@studenti.unina.it::a7ce7e29-e826-4272-a257-0d7e12d1b817" providerId="AD" clId="Web-{8D0D9C9D-2F12-4D42-9783-67A464E021ED}" dt="2025-01-30T19:01:16.907" v="16" actId="1076"/>
      <pc:docMkLst>
        <pc:docMk/>
      </pc:docMkLst>
      <pc:sldChg chg="modSp">
        <pc:chgData name="ANTONIO FICO" userId="S::antonio.fico2@studenti.unina.it::a7ce7e29-e826-4272-a257-0d7e12d1b817" providerId="AD" clId="Web-{8D0D9C9D-2F12-4D42-9783-67A464E021ED}" dt="2025-01-30T19:01:16.907" v="16" actId="1076"/>
        <pc:sldMkLst>
          <pc:docMk/>
          <pc:sldMk cId="0" sldId="259"/>
        </pc:sldMkLst>
        <pc:spChg chg="mod">
          <ac:chgData name="ANTONIO FICO" userId="S::antonio.fico2@studenti.unina.it::a7ce7e29-e826-4272-a257-0d7e12d1b817" providerId="AD" clId="Web-{8D0D9C9D-2F12-4D42-9783-67A464E021ED}" dt="2025-01-30T19:01:16.907" v="16" actId="1076"/>
          <ac:spMkLst>
            <pc:docMk/>
            <pc:sldMk cId="0" sldId="259"/>
            <ac:spMk id="16" creationId="{00000000-0000-0000-0000-000000000000}"/>
          </ac:spMkLst>
        </pc:spChg>
      </pc:sldChg>
      <pc:sldChg chg="modSp">
        <pc:chgData name="ANTONIO FICO" userId="S::antonio.fico2@studenti.unina.it::a7ce7e29-e826-4272-a257-0d7e12d1b817" providerId="AD" clId="Web-{8D0D9C9D-2F12-4D42-9783-67A464E021ED}" dt="2025-01-30T18:59:46.529" v="3" actId="20577"/>
        <pc:sldMkLst>
          <pc:docMk/>
          <pc:sldMk cId="0" sldId="260"/>
        </pc:sldMkLst>
        <pc:spChg chg="mod">
          <ac:chgData name="ANTONIO FICO" userId="S::antonio.fico2@studenti.unina.it::a7ce7e29-e826-4272-a257-0d7e12d1b817" providerId="AD" clId="Web-{8D0D9C9D-2F12-4D42-9783-67A464E021ED}" dt="2025-01-30T18:59:38.310" v="1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NTONIO FICO" userId="S::antonio.fico2@studenti.unina.it::a7ce7e29-e826-4272-a257-0d7e12d1b817" providerId="AD" clId="Web-{8D0D9C9D-2F12-4D42-9783-67A464E021ED}" dt="2025-01-30T18:59:46.529" v="3" actId="20577"/>
          <ac:spMkLst>
            <pc:docMk/>
            <pc:sldMk cId="0" sldId="260"/>
            <ac:spMk id="14" creationId="{00000000-0000-0000-0000-000000000000}"/>
          </ac:spMkLst>
        </pc:spChg>
      </pc:sldChg>
      <pc:sldChg chg="modSp">
        <pc:chgData name="ANTONIO FICO" userId="S::antonio.fico2@studenti.unina.it::a7ce7e29-e826-4272-a257-0d7e12d1b817" providerId="AD" clId="Web-{8D0D9C9D-2F12-4D42-9783-67A464E021ED}" dt="2025-01-30T19:00:05.467" v="6" actId="20577"/>
        <pc:sldMkLst>
          <pc:docMk/>
          <pc:sldMk cId="0" sldId="263"/>
        </pc:sldMkLst>
        <pc:spChg chg="mod">
          <ac:chgData name="ANTONIO FICO" userId="S::antonio.fico2@studenti.unina.it::a7ce7e29-e826-4272-a257-0d7e12d1b817" providerId="AD" clId="Web-{8D0D9C9D-2F12-4D42-9783-67A464E021ED}" dt="2025-01-30T19:00:05.467" v="6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">
        <pc:chgData name="ANTONIO FICO" userId="S::antonio.fico2@studenti.unina.it::a7ce7e29-e826-4272-a257-0d7e12d1b817" providerId="AD" clId="Web-{8D0D9C9D-2F12-4D42-9783-67A464E021ED}" dt="2025-01-30T19:00:53.343" v="15" actId="20577"/>
        <pc:sldMkLst>
          <pc:docMk/>
          <pc:sldMk cId="0" sldId="265"/>
        </pc:sldMkLst>
        <pc:spChg chg="mod">
          <ac:chgData name="ANTONIO FICO" userId="S::antonio.fico2@studenti.unina.it::a7ce7e29-e826-4272-a257-0d7e12d1b817" providerId="AD" clId="Web-{8D0D9C9D-2F12-4D42-9783-67A464E021ED}" dt="2025-01-30T19:00:53.343" v="15" actId="20577"/>
          <ac:spMkLst>
            <pc:docMk/>
            <pc:sldMk cId="0" sldId="265"/>
            <ac:spMk id="10" creationId="{32E99567-DA37-CF34-387B-613089C23A1F}"/>
          </ac:spMkLst>
        </pc:spChg>
      </pc:sldChg>
    </pc:docChg>
  </pc:docChgLst>
  <pc:docChgLst>
    <pc:chgData name="ANTONIO FICO" userId="S::antonio.fico2@studenti.unina.it::a7ce7e29-e826-4272-a257-0d7e12d1b817" providerId="AD" clId="Web-{43F0D36B-FB9B-4428-A71E-FD24F3E7B114}"/>
    <pc:docChg chg="modSld">
      <pc:chgData name="ANTONIO FICO" userId="S::antonio.fico2@studenti.unina.it::a7ce7e29-e826-4272-a257-0d7e12d1b817" providerId="AD" clId="Web-{43F0D36B-FB9B-4428-A71E-FD24F3E7B114}" dt="2025-01-31T07:41:03.388" v="17" actId="20577"/>
      <pc:docMkLst>
        <pc:docMk/>
      </pc:docMkLst>
      <pc:sldChg chg="modSp">
        <pc:chgData name="ANTONIO FICO" userId="S::antonio.fico2@studenti.unina.it::a7ce7e29-e826-4272-a257-0d7e12d1b817" providerId="AD" clId="Web-{43F0D36B-FB9B-4428-A71E-FD24F3E7B114}" dt="2025-01-31T07:41:03.388" v="17" actId="20577"/>
        <pc:sldMkLst>
          <pc:docMk/>
          <pc:sldMk cId="0" sldId="265"/>
        </pc:sldMkLst>
        <pc:spChg chg="mod">
          <ac:chgData name="ANTONIO FICO" userId="S::antonio.fico2@studenti.unina.it::a7ce7e29-e826-4272-a257-0d7e12d1b817" providerId="AD" clId="Web-{43F0D36B-FB9B-4428-A71E-FD24F3E7B114}" dt="2025-01-31T07:41:03.388" v="17" actId="20577"/>
          <ac:spMkLst>
            <pc:docMk/>
            <pc:sldMk cId="0" sldId="265"/>
            <ac:spMk id="10" creationId="{32E99567-DA37-CF34-387B-613089C23A1F}"/>
          </ac:spMkLst>
        </pc:spChg>
      </pc:sldChg>
    </pc:docChg>
  </pc:docChgLst>
  <pc:docChgLst>
    <pc:chgData name="ANTONIO FICO" userId="S::antonio.fico2@studenti.unina.it::a7ce7e29-e826-4272-a257-0d7e12d1b817" providerId="AD" clId="Web-{A666383F-501A-4ED9-BD14-701082FFDDD6}"/>
    <pc:docChg chg="modSld">
      <pc:chgData name="ANTONIO FICO" userId="S::antonio.fico2@studenti.unina.it::a7ce7e29-e826-4272-a257-0d7e12d1b817" providerId="AD" clId="Web-{A666383F-501A-4ED9-BD14-701082FFDDD6}" dt="2025-01-30T17:20:26.639" v="10" actId="20577"/>
      <pc:docMkLst>
        <pc:docMk/>
      </pc:docMkLst>
      <pc:sldChg chg="modSp">
        <pc:chgData name="ANTONIO FICO" userId="S::antonio.fico2@studenti.unina.it::a7ce7e29-e826-4272-a257-0d7e12d1b817" providerId="AD" clId="Web-{A666383F-501A-4ED9-BD14-701082FFDDD6}" dt="2025-01-30T17:20:26.639" v="10" actId="20577"/>
        <pc:sldMkLst>
          <pc:docMk/>
          <pc:sldMk cId="0" sldId="265"/>
        </pc:sldMkLst>
        <pc:spChg chg="mod">
          <ac:chgData name="ANTONIO FICO" userId="S::antonio.fico2@studenti.unina.it::a7ce7e29-e826-4272-a257-0d7e12d1b817" providerId="AD" clId="Web-{A666383F-501A-4ED9-BD14-701082FFDDD6}" dt="2025-01-30T17:20:26.639" v="10" actId="20577"/>
          <ac:spMkLst>
            <pc:docMk/>
            <pc:sldMk cId="0" sldId="265"/>
            <ac:spMk id="10" creationId="{32E99567-DA37-CF34-387B-613089C23A1F}"/>
          </ac:spMkLst>
        </pc:spChg>
      </pc:sldChg>
    </pc:docChg>
  </pc:docChgLst>
  <pc:docChgLst>
    <pc:chgData name="EHSAN SEYEDABADI" userId="8b70b96e-21ef-4726-a6ff-b147f2b6067e" providerId="ADAL" clId="{F190690A-EC27-4ACB-A5BE-75C015564467}"/>
    <pc:docChg chg="custSel modSld">
      <pc:chgData name="EHSAN SEYEDABADI" userId="8b70b96e-21ef-4726-a6ff-b147f2b6067e" providerId="ADAL" clId="{F190690A-EC27-4ACB-A5BE-75C015564467}" dt="2025-01-30T23:06:34.489" v="200" actId="115"/>
      <pc:docMkLst>
        <pc:docMk/>
      </pc:docMkLst>
      <pc:sldChg chg="addSp modSp mod">
        <pc:chgData name="EHSAN SEYEDABADI" userId="8b70b96e-21ef-4726-a6ff-b147f2b6067e" providerId="ADAL" clId="{F190690A-EC27-4ACB-A5BE-75C015564467}" dt="2025-01-30T22:30:39.256" v="150" actId="20578"/>
        <pc:sldMkLst>
          <pc:docMk/>
          <pc:sldMk cId="0" sldId="267"/>
        </pc:sldMkLst>
        <pc:spChg chg="add mod">
          <ac:chgData name="EHSAN SEYEDABADI" userId="8b70b96e-21ef-4726-a6ff-b147f2b6067e" providerId="ADAL" clId="{F190690A-EC27-4ACB-A5BE-75C015564467}" dt="2025-01-30T19:33:50.349" v="74" actId="20577"/>
          <ac:spMkLst>
            <pc:docMk/>
            <pc:sldMk cId="0" sldId="267"/>
            <ac:spMk id="2" creationId="{4E8BD490-0D6D-A531-0E38-4ECA3409BF21}"/>
          </ac:spMkLst>
        </pc:spChg>
        <pc:spChg chg="mod">
          <ac:chgData name="EHSAN SEYEDABADI" userId="8b70b96e-21ef-4726-a6ff-b147f2b6067e" providerId="ADAL" clId="{F190690A-EC27-4ACB-A5BE-75C015564467}" dt="2025-01-30T22:30:39.256" v="150" actId="20578"/>
          <ac:spMkLst>
            <pc:docMk/>
            <pc:sldMk cId="0" sldId="267"/>
            <ac:spMk id="10" creationId="{00000000-0000-0000-0000-000000000000}"/>
          </ac:spMkLst>
        </pc:spChg>
      </pc:sldChg>
      <pc:sldChg chg="modSp mod">
        <pc:chgData name="EHSAN SEYEDABADI" userId="8b70b96e-21ef-4726-a6ff-b147f2b6067e" providerId="ADAL" clId="{F190690A-EC27-4ACB-A5BE-75C015564467}" dt="2025-01-30T23:06:34.489" v="200" actId="115"/>
        <pc:sldMkLst>
          <pc:docMk/>
          <pc:sldMk cId="137559624" sldId="272"/>
        </pc:sldMkLst>
        <pc:spChg chg="mod">
          <ac:chgData name="EHSAN SEYEDABADI" userId="8b70b96e-21ef-4726-a6ff-b147f2b6067e" providerId="ADAL" clId="{F190690A-EC27-4ACB-A5BE-75C015564467}" dt="2025-01-30T23:06:34.489" v="200" actId="115"/>
          <ac:spMkLst>
            <pc:docMk/>
            <pc:sldMk cId="137559624" sldId="272"/>
            <ac:spMk id="10" creationId="{85DA943F-D8D6-1570-4D86-22BEA055328B}"/>
          </ac:spMkLst>
        </pc:spChg>
      </pc:sldChg>
      <pc:sldChg chg="addSp delSp modSp mod">
        <pc:chgData name="EHSAN SEYEDABADI" userId="8b70b96e-21ef-4726-a6ff-b147f2b6067e" providerId="ADAL" clId="{F190690A-EC27-4ACB-A5BE-75C015564467}" dt="2025-01-30T19:55:57.855" v="105" actId="14100"/>
        <pc:sldMkLst>
          <pc:docMk/>
          <pc:sldMk cId="2018966755" sldId="273"/>
        </pc:sldMkLst>
        <pc:spChg chg="add mod">
          <ac:chgData name="EHSAN SEYEDABADI" userId="8b70b96e-21ef-4726-a6ff-b147f2b6067e" providerId="ADAL" clId="{F190690A-EC27-4ACB-A5BE-75C015564467}" dt="2025-01-30T19:54:11.248" v="82" actId="1076"/>
          <ac:spMkLst>
            <pc:docMk/>
            <pc:sldMk cId="2018966755" sldId="273"/>
            <ac:spMk id="2" creationId="{1CCF2096-931B-5EA2-746E-FAB08947DDDD}"/>
          </ac:spMkLst>
        </pc:spChg>
        <pc:spChg chg="mod">
          <ac:chgData name="EHSAN SEYEDABADI" userId="8b70b96e-21ef-4726-a6ff-b147f2b6067e" providerId="ADAL" clId="{F190690A-EC27-4ACB-A5BE-75C015564467}" dt="2025-01-30T19:55:57.855" v="105" actId="14100"/>
          <ac:spMkLst>
            <pc:docMk/>
            <pc:sldMk cId="2018966755" sldId="273"/>
            <ac:spMk id="9" creationId="{578A2AA9-AED5-2F52-4989-759D42F2C130}"/>
          </ac:spMkLst>
        </pc:spChg>
        <pc:spChg chg="del">
          <ac:chgData name="EHSAN SEYEDABADI" userId="8b70b96e-21ef-4726-a6ff-b147f2b6067e" providerId="ADAL" clId="{F190690A-EC27-4ACB-A5BE-75C015564467}" dt="2025-01-30T18:54:43.250" v="16" actId="478"/>
          <ac:spMkLst>
            <pc:docMk/>
            <pc:sldMk cId="2018966755" sldId="273"/>
            <ac:spMk id="17" creationId="{353FFFAE-3F91-4A44-A432-DECE59E0F96E}"/>
          </ac:spMkLst>
        </pc:spChg>
      </pc:sldChg>
      <pc:sldChg chg="modSp mod">
        <pc:chgData name="EHSAN SEYEDABADI" userId="8b70b96e-21ef-4726-a6ff-b147f2b6067e" providerId="ADAL" clId="{F190690A-EC27-4ACB-A5BE-75C015564467}" dt="2025-01-30T22:42:08.111" v="185" actId="108"/>
        <pc:sldMkLst>
          <pc:docMk/>
          <pc:sldMk cId="4161147423" sldId="275"/>
        </pc:sldMkLst>
        <pc:spChg chg="mod">
          <ac:chgData name="EHSAN SEYEDABADI" userId="8b70b96e-21ef-4726-a6ff-b147f2b6067e" providerId="ADAL" clId="{F190690A-EC27-4ACB-A5BE-75C015564467}" dt="2025-01-30T22:42:08.111" v="185" actId="108"/>
          <ac:spMkLst>
            <pc:docMk/>
            <pc:sldMk cId="4161147423" sldId="275"/>
            <ac:spMk id="9" creationId="{50F3689B-F2A5-F6B3-8F1E-F343ADED2F95}"/>
          </ac:spMkLst>
        </pc:spChg>
      </pc:sldChg>
      <pc:sldChg chg="modSp mod">
        <pc:chgData name="EHSAN SEYEDABADI" userId="8b70b96e-21ef-4726-a6ff-b147f2b6067e" providerId="ADAL" clId="{F190690A-EC27-4ACB-A5BE-75C015564467}" dt="2025-01-30T22:41:53.728" v="184" actId="20577"/>
        <pc:sldMkLst>
          <pc:docMk/>
          <pc:sldMk cId="469468882" sldId="276"/>
        </pc:sldMkLst>
        <pc:spChg chg="mod">
          <ac:chgData name="EHSAN SEYEDABADI" userId="8b70b96e-21ef-4726-a6ff-b147f2b6067e" providerId="ADAL" clId="{F190690A-EC27-4ACB-A5BE-75C015564467}" dt="2025-01-30T22:41:53.728" v="184" actId="20577"/>
          <ac:spMkLst>
            <pc:docMk/>
            <pc:sldMk cId="469468882" sldId="276"/>
            <ac:spMk id="9" creationId="{FA2C5277-6196-4F38-98AD-4828770A6B6C}"/>
          </ac:spMkLst>
        </pc:spChg>
      </pc:sldChg>
      <pc:sldChg chg="modSp mod">
        <pc:chgData name="EHSAN SEYEDABADI" userId="8b70b96e-21ef-4726-a6ff-b147f2b6067e" providerId="ADAL" clId="{F190690A-EC27-4ACB-A5BE-75C015564467}" dt="2025-01-30T22:50:50.389" v="194" actId="20577"/>
        <pc:sldMkLst>
          <pc:docMk/>
          <pc:sldMk cId="584413191" sldId="277"/>
        </pc:sldMkLst>
        <pc:spChg chg="mod">
          <ac:chgData name="EHSAN SEYEDABADI" userId="8b70b96e-21ef-4726-a6ff-b147f2b6067e" providerId="ADAL" clId="{F190690A-EC27-4ACB-A5BE-75C015564467}" dt="2025-01-30T22:50:50.389" v="194" actId="20577"/>
          <ac:spMkLst>
            <pc:docMk/>
            <pc:sldMk cId="584413191" sldId="277"/>
            <ac:spMk id="9" creationId="{67D45FC7-2B6A-E544-2AB8-0F4B7F567655}"/>
          </ac:spMkLst>
        </pc:spChg>
        <pc:spChg chg="mod">
          <ac:chgData name="EHSAN SEYEDABADI" userId="8b70b96e-21ef-4726-a6ff-b147f2b6067e" providerId="ADAL" clId="{F190690A-EC27-4ACB-A5BE-75C015564467}" dt="2025-01-30T22:48:09.589" v="187" actId="115"/>
          <ac:spMkLst>
            <pc:docMk/>
            <pc:sldMk cId="584413191" sldId="277"/>
            <ac:spMk id="10" creationId="{12D552DB-8750-D5F0-F036-AEE05C3F1959}"/>
          </ac:spMkLst>
        </pc:spChg>
      </pc:sldChg>
      <pc:sldChg chg="addSp delSp modSp mod">
        <pc:chgData name="EHSAN SEYEDABADI" userId="8b70b96e-21ef-4726-a6ff-b147f2b6067e" providerId="ADAL" clId="{F190690A-EC27-4ACB-A5BE-75C015564467}" dt="2025-01-30T22:56:09.897" v="198" actId="115"/>
        <pc:sldMkLst>
          <pc:docMk/>
          <pc:sldMk cId="4184335109" sldId="278"/>
        </pc:sldMkLst>
        <pc:spChg chg="mod">
          <ac:chgData name="EHSAN SEYEDABADI" userId="8b70b96e-21ef-4726-a6ff-b147f2b6067e" providerId="ADAL" clId="{F190690A-EC27-4ACB-A5BE-75C015564467}" dt="2025-01-30T22:56:09.897" v="198" actId="115"/>
          <ac:spMkLst>
            <pc:docMk/>
            <pc:sldMk cId="4184335109" sldId="278"/>
            <ac:spMk id="10" creationId="{96AC34EC-6380-DD0F-F0D4-29EA704818A2}"/>
          </ac:spMkLst>
        </pc:spChg>
        <pc:picChg chg="add mod">
          <ac:chgData name="EHSAN SEYEDABADI" userId="8b70b96e-21ef-4726-a6ff-b147f2b6067e" providerId="ADAL" clId="{F190690A-EC27-4ACB-A5BE-75C015564467}" dt="2025-01-30T21:59:49.793" v="119" actId="14100"/>
          <ac:picMkLst>
            <pc:docMk/>
            <pc:sldMk cId="4184335109" sldId="278"/>
            <ac:picMk id="11" creationId="{B5AD1FC9-0B42-37AA-6928-E7ACD2BC4AAC}"/>
          </ac:picMkLst>
        </pc:picChg>
        <pc:picChg chg="del">
          <ac:chgData name="EHSAN SEYEDABADI" userId="8b70b96e-21ef-4726-a6ff-b147f2b6067e" providerId="ADAL" clId="{F190690A-EC27-4ACB-A5BE-75C015564467}" dt="2025-01-30T21:59:27.764" v="115" actId="478"/>
          <ac:picMkLst>
            <pc:docMk/>
            <pc:sldMk cId="4184335109" sldId="278"/>
            <ac:picMk id="12" creationId="{372CA9C4-E46E-3483-873A-E703E67B96EF}"/>
          </ac:picMkLst>
        </pc:picChg>
      </pc:sldChg>
    </pc:docChg>
  </pc:docChgLst>
  <pc:docChgLst>
    <pc:chgData name="DONATO D'AMBROSIO" userId="S::dona.dambrosio@studenti.unina.it::b98a7000-83ce-4140-83b3-808f9850f469" providerId="AD" clId="Web-{AF1BB437-3428-4F88-AC13-E9A880B0A66A}"/>
    <pc:docChg chg="modSld">
      <pc:chgData name="DONATO D'AMBROSIO" userId="S::dona.dambrosio@studenti.unina.it::b98a7000-83ce-4140-83b3-808f9850f469" providerId="AD" clId="Web-{AF1BB437-3428-4F88-AC13-E9A880B0A66A}" dt="2025-01-31T10:59:30.145" v="42" actId="20577"/>
      <pc:docMkLst>
        <pc:docMk/>
      </pc:docMkLst>
      <pc:sldChg chg="modSp">
        <pc:chgData name="DONATO D'AMBROSIO" userId="S::dona.dambrosio@studenti.unina.it::b98a7000-83ce-4140-83b3-808f9850f469" providerId="AD" clId="Web-{AF1BB437-3428-4F88-AC13-E9A880B0A66A}" dt="2025-01-31T10:54:36.776" v="38" actId="20577"/>
        <pc:sldMkLst>
          <pc:docMk/>
          <pc:sldMk cId="3474078636" sldId="284"/>
        </pc:sldMkLst>
        <pc:spChg chg="mod">
          <ac:chgData name="DONATO D'AMBROSIO" userId="S::dona.dambrosio@studenti.unina.it::b98a7000-83ce-4140-83b3-808f9850f469" providerId="AD" clId="Web-{AF1BB437-3428-4F88-AC13-E9A880B0A66A}" dt="2025-01-31T10:54:36.776" v="38" actId="20577"/>
          <ac:spMkLst>
            <pc:docMk/>
            <pc:sldMk cId="3474078636" sldId="284"/>
            <ac:spMk id="17" creationId="{5002EA93-1515-11FB-A30E-1C52F90C76E9}"/>
          </ac:spMkLst>
        </pc:spChg>
      </pc:sldChg>
      <pc:sldChg chg="modSp">
        <pc:chgData name="DONATO D'AMBROSIO" userId="S::dona.dambrosio@studenti.unina.it::b98a7000-83ce-4140-83b3-808f9850f469" providerId="AD" clId="Web-{AF1BB437-3428-4F88-AC13-E9A880B0A66A}" dt="2025-01-31T10:59:30.145" v="42" actId="20577"/>
        <pc:sldMkLst>
          <pc:docMk/>
          <pc:sldMk cId="3372946435" sldId="285"/>
        </pc:sldMkLst>
        <pc:spChg chg="mod">
          <ac:chgData name="DONATO D'AMBROSIO" userId="S::dona.dambrosio@studenti.unina.it::b98a7000-83ce-4140-83b3-808f9850f469" providerId="AD" clId="Web-{AF1BB437-3428-4F88-AC13-E9A880B0A66A}" dt="2025-01-31T10:59:30.145" v="42" actId="20577"/>
          <ac:spMkLst>
            <pc:docMk/>
            <pc:sldMk cId="3372946435" sldId="285"/>
            <ac:spMk id="3" creationId="{A4B3A9F0-F3F5-9F8A-4A17-2DE3AA6558B8}"/>
          </ac:spMkLst>
        </pc:spChg>
      </pc:sldChg>
    </pc:docChg>
  </pc:docChgLst>
  <pc:docChgLst>
    <pc:chgData name="DONATO D'AMBROSIO" userId="b98a7000-83ce-4140-83b3-808f9850f469" providerId="ADAL" clId="{7BA1370A-332F-4771-92A4-E18B0F65749B}"/>
    <pc:docChg chg="undo redo custSel addSld modSld sldOrd">
      <pc:chgData name="DONATO D'AMBROSIO" userId="b98a7000-83ce-4140-83b3-808f9850f469" providerId="ADAL" clId="{7BA1370A-332F-4771-92A4-E18B0F65749B}" dt="2025-01-31T01:42:34.519" v="2520"/>
      <pc:docMkLst>
        <pc:docMk/>
      </pc:docMkLst>
      <pc:sldChg chg="addSp delSp modSp add mod ord">
        <pc:chgData name="DONATO D'AMBROSIO" userId="b98a7000-83ce-4140-83b3-808f9850f469" providerId="ADAL" clId="{7BA1370A-332F-4771-92A4-E18B0F65749B}" dt="2025-01-31T01:04:51.148" v="2509" actId="20577"/>
        <pc:sldMkLst>
          <pc:docMk/>
          <pc:sldMk cId="454890861" sldId="283"/>
        </pc:sldMkLst>
        <pc:spChg chg="mod">
          <ac:chgData name="DONATO D'AMBROSIO" userId="b98a7000-83ce-4140-83b3-808f9850f469" providerId="ADAL" clId="{7BA1370A-332F-4771-92A4-E18B0F65749B}" dt="2025-01-30T21:19:13.609" v="108" actId="1076"/>
          <ac:spMkLst>
            <pc:docMk/>
            <pc:sldMk cId="454890861" sldId="283"/>
            <ac:spMk id="2" creationId="{85EB0BA1-11E5-E789-4455-8171C61109A8}"/>
          </ac:spMkLst>
        </pc:spChg>
        <pc:spChg chg="add del mod">
          <ac:chgData name="DONATO D'AMBROSIO" userId="b98a7000-83ce-4140-83b3-808f9850f469" providerId="ADAL" clId="{7BA1370A-332F-4771-92A4-E18B0F65749B}" dt="2025-01-30T20:57:04.679" v="52"/>
          <ac:spMkLst>
            <pc:docMk/>
            <pc:sldMk cId="454890861" sldId="283"/>
            <ac:spMk id="4" creationId="{1D1FE137-9EF4-29E0-7C9F-1DD1A809A021}"/>
          </ac:spMkLst>
        </pc:spChg>
        <pc:spChg chg="add del mod">
          <ac:chgData name="DONATO D'AMBROSIO" userId="b98a7000-83ce-4140-83b3-808f9850f469" providerId="ADAL" clId="{7BA1370A-332F-4771-92A4-E18B0F65749B}" dt="2025-01-30T20:57:21.805" v="57"/>
          <ac:spMkLst>
            <pc:docMk/>
            <pc:sldMk cId="454890861" sldId="283"/>
            <ac:spMk id="5" creationId="{76773F6F-951C-14CD-D3F3-A80DD9C20DAB}"/>
          </ac:spMkLst>
        </pc:spChg>
        <pc:spChg chg="mod">
          <ac:chgData name="DONATO D'AMBROSIO" userId="b98a7000-83ce-4140-83b3-808f9850f469" providerId="ADAL" clId="{7BA1370A-332F-4771-92A4-E18B0F65749B}" dt="2025-01-31T00:40:46.954" v="2171" actId="1076"/>
          <ac:spMkLst>
            <pc:docMk/>
            <pc:sldMk cId="454890861" sldId="283"/>
            <ac:spMk id="6" creationId="{DB2FCE75-9328-C80A-FA20-1EF2BA1EB170}"/>
          </ac:spMkLst>
        </pc:spChg>
        <pc:spChg chg="del mod">
          <ac:chgData name="DONATO D'AMBROSIO" userId="b98a7000-83ce-4140-83b3-808f9850f469" providerId="ADAL" clId="{7BA1370A-332F-4771-92A4-E18B0F65749B}" dt="2025-01-30T18:28:28.055" v="35" actId="478"/>
          <ac:spMkLst>
            <pc:docMk/>
            <pc:sldMk cId="454890861" sldId="283"/>
            <ac:spMk id="7" creationId="{82CE3CF6-6079-1C20-9F9A-62E4E94CE601}"/>
          </ac:spMkLst>
        </pc:spChg>
        <pc:spChg chg="add mod">
          <ac:chgData name="DONATO D'AMBROSIO" userId="b98a7000-83ce-4140-83b3-808f9850f469" providerId="ADAL" clId="{7BA1370A-332F-4771-92A4-E18B0F65749B}" dt="2025-01-31T01:04:51.148" v="2509" actId="20577"/>
          <ac:spMkLst>
            <pc:docMk/>
            <pc:sldMk cId="454890861" sldId="283"/>
            <ac:spMk id="7" creationId="{CC3BC5CA-3473-1219-9E6B-9E9D25C5DF6B}"/>
          </ac:spMkLst>
        </pc:spChg>
        <pc:spChg chg="add del mod">
          <ac:chgData name="DONATO D'AMBROSIO" userId="b98a7000-83ce-4140-83b3-808f9850f469" providerId="ADAL" clId="{7BA1370A-332F-4771-92A4-E18B0F65749B}" dt="2025-01-30T21:07:40.723" v="95"/>
          <ac:spMkLst>
            <pc:docMk/>
            <pc:sldMk cId="454890861" sldId="283"/>
            <ac:spMk id="14" creationId="{E206F9DA-B5DB-E647-A45C-3AEF33666B5A}"/>
          </ac:spMkLst>
        </pc:spChg>
        <pc:spChg chg="add del mod">
          <ac:chgData name="DONATO D'AMBROSIO" userId="b98a7000-83ce-4140-83b3-808f9850f469" providerId="ADAL" clId="{7BA1370A-332F-4771-92A4-E18B0F65749B}" dt="2025-01-30T21:07:40.722" v="93"/>
          <ac:spMkLst>
            <pc:docMk/>
            <pc:sldMk cId="454890861" sldId="283"/>
            <ac:spMk id="16" creationId="{96386919-5FF3-6416-71CB-791CC89C2D4C}"/>
          </ac:spMkLst>
        </pc:spChg>
        <pc:spChg chg="add del mod">
          <ac:chgData name="DONATO D'AMBROSIO" userId="b98a7000-83ce-4140-83b3-808f9850f469" providerId="ADAL" clId="{7BA1370A-332F-4771-92A4-E18B0F65749B}" dt="2025-01-30T21:11:58.867" v="105"/>
          <ac:spMkLst>
            <pc:docMk/>
            <pc:sldMk cId="454890861" sldId="283"/>
            <ac:spMk id="17" creationId="{A2341748-61FC-C244-2ACC-B16EA4F5F02A}"/>
          </ac:spMkLst>
        </pc:spChg>
        <pc:grpChg chg="del">
          <ac:chgData name="DONATO D'AMBROSIO" userId="b98a7000-83ce-4140-83b3-808f9850f469" providerId="ADAL" clId="{7BA1370A-332F-4771-92A4-E18B0F65749B}" dt="2025-01-30T18:28:18.294" v="32" actId="478"/>
          <ac:grpSpMkLst>
            <pc:docMk/>
            <pc:sldMk cId="454890861" sldId="283"/>
            <ac:grpSpMk id="3" creationId="{E3470967-A136-BF56-9F21-71F42A4A2E83}"/>
          </ac:grpSpMkLst>
        </pc:grpChg>
        <pc:picChg chg="add del mod">
          <ac:chgData name="DONATO D'AMBROSIO" userId="b98a7000-83ce-4140-83b3-808f9850f469" providerId="ADAL" clId="{7BA1370A-332F-4771-92A4-E18B0F65749B}" dt="2025-01-30T20:33:03.456" v="47" actId="478"/>
          <ac:picMkLst>
            <pc:docMk/>
            <pc:sldMk cId="454890861" sldId="283"/>
            <ac:picMk id="3" creationId="{12E6E02F-6C35-AD59-43A6-FB996728BCA9}"/>
          </ac:picMkLst>
        </pc:picChg>
        <pc:picChg chg="add mod">
          <ac:chgData name="DONATO D'AMBROSIO" userId="b98a7000-83ce-4140-83b3-808f9850f469" providerId="ADAL" clId="{7BA1370A-332F-4771-92A4-E18B0F65749B}" dt="2025-01-30T20:28:25.264" v="45" actId="1076"/>
          <ac:picMkLst>
            <pc:docMk/>
            <pc:sldMk cId="454890861" sldId="283"/>
            <ac:picMk id="15" creationId="{3034467A-E505-02F6-3C5C-8AA4712AA46D}"/>
          </ac:picMkLst>
        </pc:picChg>
      </pc:sldChg>
      <pc:sldChg chg="addSp delSp modSp add mod">
        <pc:chgData name="DONATO D'AMBROSIO" userId="b98a7000-83ce-4140-83b3-808f9850f469" providerId="ADAL" clId="{7BA1370A-332F-4771-92A4-E18B0F65749B}" dt="2025-01-31T00:51:58.546" v="2454" actId="207"/>
        <pc:sldMkLst>
          <pc:docMk/>
          <pc:sldMk cId="3474078636" sldId="284"/>
        </pc:sldMkLst>
        <pc:spChg chg="add mod">
          <ac:chgData name="DONATO D'AMBROSIO" userId="b98a7000-83ce-4140-83b3-808f9850f469" providerId="ADAL" clId="{7BA1370A-332F-4771-92A4-E18B0F65749B}" dt="2025-01-31T00:44:28.568" v="2302" actId="14100"/>
          <ac:spMkLst>
            <pc:docMk/>
            <pc:sldMk cId="3474078636" sldId="284"/>
            <ac:spMk id="4" creationId="{DC52BA51-438A-5210-AF19-F2C24C9B6002}"/>
          </ac:spMkLst>
        </pc:spChg>
        <pc:spChg chg="add del mod">
          <ac:chgData name="DONATO D'AMBROSIO" userId="b98a7000-83ce-4140-83b3-808f9850f469" providerId="ADAL" clId="{7BA1370A-332F-4771-92A4-E18B0F65749B}" dt="2025-01-30T21:37:16.738" v="148"/>
          <ac:spMkLst>
            <pc:docMk/>
            <pc:sldMk cId="3474078636" sldId="284"/>
            <ac:spMk id="5" creationId="{F8F8B3C3-C4C0-D2B6-10CF-F4366C58C9FA}"/>
          </ac:spMkLst>
        </pc:spChg>
        <pc:spChg chg="del mod">
          <ac:chgData name="DONATO D'AMBROSIO" userId="b98a7000-83ce-4140-83b3-808f9850f469" providerId="ADAL" clId="{7BA1370A-332F-4771-92A4-E18B0F65749B}" dt="2025-01-30T21:24:35.410" v="113"/>
          <ac:spMkLst>
            <pc:docMk/>
            <pc:sldMk cId="3474078636" sldId="284"/>
            <ac:spMk id="6" creationId="{69406780-27FD-B158-F1C5-5EF8F4831424}"/>
          </ac:spMkLst>
        </pc:spChg>
        <pc:spChg chg="mod">
          <ac:chgData name="DONATO D'AMBROSIO" userId="b98a7000-83ce-4140-83b3-808f9850f469" providerId="ADAL" clId="{7BA1370A-332F-4771-92A4-E18B0F65749B}" dt="2025-01-30T21:24:38.018" v="114" actId="20577"/>
          <ac:spMkLst>
            <pc:docMk/>
            <pc:sldMk cId="3474078636" sldId="284"/>
            <ac:spMk id="7" creationId="{31D3AFCC-7C33-3E90-9DF5-4B732880870F}"/>
          </ac:spMkLst>
        </pc:spChg>
        <pc:spChg chg="add del mod">
          <ac:chgData name="DONATO D'AMBROSIO" userId="b98a7000-83ce-4140-83b3-808f9850f469" providerId="ADAL" clId="{7BA1370A-332F-4771-92A4-E18B0F65749B}" dt="2025-01-30T21:39:20.894" v="167"/>
          <ac:spMkLst>
            <pc:docMk/>
            <pc:sldMk cId="3474078636" sldId="284"/>
            <ac:spMk id="14" creationId="{651D3297-3D70-268F-C133-BE9A356C0297}"/>
          </ac:spMkLst>
        </pc:spChg>
        <pc:spChg chg="add del mod">
          <ac:chgData name="DONATO D'AMBROSIO" userId="b98a7000-83ce-4140-83b3-808f9850f469" providerId="ADAL" clId="{7BA1370A-332F-4771-92A4-E18B0F65749B}" dt="2025-01-31T00:22:16.862" v="1788"/>
          <ac:spMkLst>
            <pc:docMk/>
            <pc:sldMk cId="3474078636" sldId="284"/>
            <ac:spMk id="16" creationId="{83D93540-63DB-3BB2-BBDC-539CA153229F}"/>
          </ac:spMkLst>
        </pc:spChg>
        <pc:spChg chg="add mod">
          <ac:chgData name="DONATO D'AMBROSIO" userId="b98a7000-83ce-4140-83b3-808f9850f469" providerId="ADAL" clId="{7BA1370A-332F-4771-92A4-E18B0F65749B}" dt="2025-01-31T00:50:57.997" v="2410" actId="20577"/>
          <ac:spMkLst>
            <pc:docMk/>
            <pc:sldMk cId="3474078636" sldId="284"/>
            <ac:spMk id="17" creationId="{5002EA93-1515-11FB-A30E-1C52F90C76E9}"/>
          </ac:spMkLst>
        </pc:spChg>
        <pc:spChg chg="add mod">
          <ac:chgData name="DONATO D'AMBROSIO" userId="b98a7000-83ce-4140-83b3-808f9850f469" providerId="ADAL" clId="{7BA1370A-332F-4771-92A4-E18B0F65749B}" dt="2025-01-31T00:51:58.546" v="2454" actId="207"/>
          <ac:spMkLst>
            <pc:docMk/>
            <pc:sldMk cId="3474078636" sldId="284"/>
            <ac:spMk id="20" creationId="{6003AAAB-E967-B530-6A75-7FB7809EF756}"/>
          </ac:spMkLst>
        </pc:spChg>
        <pc:picChg chg="del">
          <ac:chgData name="DONATO D'AMBROSIO" userId="b98a7000-83ce-4140-83b3-808f9850f469" providerId="ADAL" clId="{7BA1370A-332F-4771-92A4-E18B0F65749B}" dt="2025-01-30T21:24:41.272" v="115" actId="478"/>
          <ac:picMkLst>
            <pc:docMk/>
            <pc:sldMk cId="3474078636" sldId="284"/>
            <ac:picMk id="15" creationId="{CE18B2A6-1F2D-3EDA-9985-DA658390B095}"/>
          </ac:picMkLst>
        </pc:picChg>
        <pc:picChg chg="add mod">
          <ac:chgData name="DONATO D'AMBROSIO" userId="b98a7000-83ce-4140-83b3-808f9850f469" providerId="ADAL" clId="{7BA1370A-332F-4771-92A4-E18B0F65749B}" dt="2025-01-31T00:50:01.792" v="2403" actId="14100"/>
          <ac:picMkLst>
            <pc:docMk/>
            <pc:sldMk cId="3474078636" sldId="284"/>
            <ac:picMk id="19" creationId="{FB10DA01-7E83-BCF4-A74F-092AC80E8D98}"/>
          </ac:picMkLst>
        </pc:picChg>
      </pc:sldChg>
      <pc:sldChg chg="addSp delSp modSp add mod modAnim">
        <pc:chgData name="DONATO D'AMBROSIO" userId="b98a7000-83ce-4140-83b3-808f9850f469" providerId="ADAL" clId="{7BA1370A-332F-4771-92A4-E18B0F65749B}" dt="2025-01-30T22:09:34.774" v="1177" actId="403"/>
        <pc:sldMkLst>
          <pc:docMk/>
          <pc:sldMk cId="3372946435" sldId="285"/>
        </pc:sldMkLst>
        <pc:spChg chg="add mod">
          <ac:chgData name="DONATO D'AMBROSIO" userId="b98a7000-83ce-4140-83b3-808f9850f469" providerId="ADAL" clId="{7BA1370A-332F-4771-92A4-E18B0F65749B}" dt="2025-01-30T22:09:34.774" v="1177" actId="403"/>
          <ac:spMkLst>
            <pc:docMk/>
            <pc:sldMk cId="3372946435" sldId="285"/>
            <ac:spMk id="3" creationId="{A4B3A9F0-F3F5-9F8A-4A17-2DE3AA6558B8}"/>
          </ac:spMkLst>
        </pc:spChg>
        <pc:spChg chg="mod">
          <ac:chgData name="DONATO D'AMBROSIO" userId="b98a7000-83ce-4140-83b3-808f9850f469" providerId="ADAL" clId="{7BA1370A-332F-4771-92A4-E18B0F65749B}" dt="2025-01-30T21:41:59.331" v="215" actId="1076"/>
          <ac:spMkLst>
            <pc:docMk/>
            <pc:sldMk cId="3372946435" sldId="285"/>
            <ac:spMk id="4" creationId="{E4A24336-CC3B-D517-1BAF-BC637DAC2E31}"/>
          </ac:spMkLst>
        </pc:spChg>
        <pc:spChg chg="add mod">
          <ac:chgData name="DONATO D'AMBROSIO" userId="b98a7000-83ce-4140-83b3-808f9850f469" providerId="ADAL" clId="{7BA1370A-332F-4771-92A4-E18B0F65749B}" dt="2025-01-30T21:56:20.632" v="908" actId="14100"/>
          <ac:spMkLst>
            <pc:docMk/>
            <pc:sldMk cId="3372946435" sldId="285"/>
            <ac:spMk id="16" creationId="{AD38915A-C7E2-B82B-D113-8309CD076D1F}"/>
          </ac:spMkLst>
        </pc:spChg>
        <pc:picChg chg="add del mod">
          <ac:chgData name="DONATO D'AMBROSIO" userId="b98a7000-83ce-4140-83b3-808f9850f469" providerId="ADAL" clId="{7BA1370A-332F-4771-92A4-E18B0F65749B}" dt="2025-01-30T21:53:41.698" v="888" actId="478"/>
          <ac:picMkLst>
            <pc:docMk/>
            <pc:sldMk cId="3372946435" sldId="285"/>
            <ac:picMk id="6" creationId="{53F7C13D-2527-2F41-7D88-72B62F890C46}"/>
          </ac:picMkLst>
        </pc:picChg>
        <pc:picChg chg="add mod">
          <ac:chgData name="DONATO D'AMBROSIO" userId="b98a7000-83ce-4140-83b3-808f9850f469" providerId="ADAL" clId="{7BA1370A-332F-4771-92A4-E18B0F65749B}" dt="2025-01-30T21:55:43.839" v="902" actId="1076"/>
          <ac:picMkLst>
            <pc:docMk/>
            <pc:sldMk cId="3372946435" sldId="285"/>
            <ac:picMk id="15" creationId="{48A92C22-F597-AF82-7321-4B9B78A94ABA}"/>
          </ac:picMkLst>
        </pc:picChg>
      </pc:sldChg>
      <pc:sldChg chg="addSp delSp modSp add mod delAnim modAnim">
        <pc:chgData name="DONATO D'AMBROSIO" userId="b98a7000-83ce-4140-83b3-808f9850f469" providerId="ADAL" clId="{7BA1370A-332F-4771-92A4-E18B0F65749B}" dt="2025-01-31T00:53:15.380" v="2458" actId="1076"/>
        <pc:sldMkLst>
          <pc:docMk/>
          <pc:sldMk cId="1809519774" sldId="286"/>
        </pc:sldMkLst>
        <pc:spChg chg="mod">
          <ac:chgData name="DONATO D'AMBROSIO" userId="b98a7000-83ce-4140-83b3-808f9850f469" providerId="ADAL" clId="{7BA1370A-332F-4771-92A4-E18B0F65749B}" dt="2025-01-30T23:36:50.187" v="1783" actId="1076"/>
          <ac:spMkLst>
            <pc:docMk/>
            <pc:sldMk cId="1809519774" sldId="286"/>
            <ac:spMk id="2" creationId="{2FC898BE-9CA0-D264-5ADF-8C3C4AFFC8B0}"/>
          </ac:spMkLst>
        </pc:spChg>
        <pc:spChg chg="mod">
          <ac:chgData name="DONATO D'AMBROSIO" userId="b98a7000-83ce-4140-83b3-808f9850f469" providerId="ADAL" clId="{7BA1370A-332F-4771-92A4-E18B0F65749B}" dt="2025-01-30T22:00:33.461" v="1015" actId="20577"/>
          <ac:spMkLst>
            <pc:docMk/>
            <pc:sldMk cId="1809519774" sldId="286"/>
            <ac:spMk id="3" creationId="{FAA80714-8B1F-8EFD-5EFC-7E924EB49683}"/>
          </ac:spMkLst>
        </pc:spChg>
        <pc:spChg chg="del">
          <ac:chgData name="DONATO D'AMBROSIO" userId="b98a7000-83ce-4140-83b3-808f9850f469" providerId="ADAL" clId="{7BA1370A-332F-4771-92A4-E18B0F65749B}" dt="2025-01-30T21:59:39.756" v="1007" actId="478"/>
          <ac:spMkLst>
            <pc:docMk/>
            <pc:sldMk cId="1809519774" sldId="286"/>
            <ac:spMk id="16" creationId="{B0BC260A-F6E1-888E-5B66-B51C5BE49DF6}"/>
          </ac:spMkLst>
        </pc:spChg>
        <pc:spChg chg="add mod">
          <ac:chgData name="DONATO D'AMBROSIO" userId="b98a7000-83ce-4140-83b3-808f9850f469" providerId="ADAL" clId="{7BA1370A-332F-4771-92A4-E18B0F65749B}" dt="2025-01-30T23:35:28.370" v="1768" actId="208"/>
          <ac:spMkLst>
            <pc:docMk/>
            <pc:sldMk cId="1809519774" sldId="286"/>
            <ac:spMk id="20" creationId="{41D1A9D0-5092-AB7E-A9E0-AB40C856FA6F}"/>
          </ac:spMkLst>
        </pc:spChg>
        <pc:spChg chg="add mod">
          <ac:chgData name="DONATO D'AMBROSIO" userId="b98a7000-83ce-4140-83b3-808f9850f469" providerId="ADAL" clId="{7BA1370A-332F-4771-92A4-E18B0F65749B}" dt="2025-01-31T00:53:15.380" v="2458" actId="1076"/>
          <ac:spMkLst>
            <pc:docMk/>
            <pc:sldMk cId="1809519774" sldId="286"/>
            <ac:spMk id="26" creationId="{4F0A6DD2-4056-7749-48D8-568C15B48FBB}"/>
          </ac:spMkLst>
        </pc:spChg>
        <pc:spChg chg="add mod">
          <ac:chgData name="DONATO D'AMBROSIO" userId="b98a7000-83ce-4140-83b3-808f9850f469" providerId="ADAL" clId="{7BA1370A-332F-4771-92A4-E18B0F65749B}" dt="2025-01-30T23:37:07.840" v="1784" actId="1076"/>
          <ac:spMkLst>
            <pc:docMk/>
            <pc:sldMk cId="1809519774" sldId="286"/>
            <ac:spMk id="27" creationId="{D43FFD7E-0ADF-52A8-5F72-1AE578C938E2}"/>
          </ac:spMkLst>
        </pc:spChg>
        <pc:picChg chg="add mod">
          <ac:chgData name="DONATO D'AMBROSIO" userId="b98a7000-83ce-4140-83b3-808f9850f469" providerId="ADAL" clId="{7BA1370A-332F-4771-92A4-E18B0F65749B}" dt="2025-01-30T23:36:27.946" v="1780" actId="1076"/>
          <ac:picMkLst>
            <pc:docMk/>
            <pc:sldMk cId="1809519774" sldId="286"/>
            <ac:picMk id="6" creationId="{E20FB923-FE5A-3F00-E997-3A3F6783E8E8}"/>
          </ac:picMkLst>
        </pc:picChg>
        <pc:picChg chg="del">
          <ac:chgData name="DONATO D'AMBROSIO" userId="b98a7000-83ce-4140-83b3-808f9850f469" providerId="ADAL" clId="{7BA1370A-332F-4771-92A4-E18B0F65749B}" dt="2025-01-30T21:59:43.156" v="1008" actId="478"/>
          <ac:picMkLst>
            <pc:docMk/>
            <pc:sldMk cId="1809519774" sldId="286"/>
            <ac:picMk id="15" creationId="{55718D36-670D-7FB4-8A7F-DE15B0D4ACA8}"/>
          </ac:picMkLst>
        </pc:picChg>
        <pc:picChg chg="add mod">
          <ac:chgData name="DONATO D'AMBROSIO" userId="b98a7000-83ce-4140-83b3-808f9850f469" providerId="ADAL" clId="{7BA1370A-332F-4771-92A4-E18B0F65749B}" dt="2025-01-31T00:53:04.613" v="2457" actId="1076"/>
          <ac:picMkLst>
            <pc:docMk/>
            <pc:sldMk cId="1809519774" sldId="286"/>
            <ac:picMk id="17" creationId="{CA0267C9-F720-BFF0-4A23-BFC068F42A60}"/>
          </ac:picMkLst>
        </pc:picChg>
        <pc:picChg chg="add del mod">
          <ac:chgData name="DONATO D'AMBROSIO" userId="b98a7000-83ce-4140-83b3-808f9850f469" providerId="ADAL" clId="{7BA1370A-332F-4771-92A4-E18B0F65749B}" dt="2025-01-30T22:03:45.775" v="1051" actId="478"/>
          <ac:picMkLst>
            <pc:docMk/>
            <pc:sldMk cId="1809519774" sldId="286"/>
            <ac:picMk id="19" creationId="{76B83479-C40F-F39C-A601-E18BC47E607F}"/>
          </ac:picMkLst>
        </pc:picChg>
      </pc:sldChg>
      <pc:sldChg chg="addSp delSp modSp add mod modAnim">
        <pc:chgData name="DONATO D'AMBROSIO" userId="b98a7000-83ce-4140-83b3-808f9850f469" providerId="ADAL" clId="{7BA1370A-332F-4771-92A4-E18B0F65749B}" dt="2025-01-30T23:34:40.840" v="1761"/>
        <pc:sldMkLst>
          <pc:docMk/>
          <pc:sldMk cId="3348206069" sldId="287"/>
        </pc:sldMkLst>
        <pc:spChg chg="mod">
          <ac:chgData name="DONATO D'AMBROSIO" userId="b98a7000-83ce-4140-83b3-808f9850f469" providerId="ADAL" clId="{7BA1370A-332F-4771-92A4-E18B0F65749B}" dt="2025-01-30T22:04:59.293" v="1069" actId="1076"/>
          <ac:spMkLst>
            <pc:docMk/>
            <pc:sldMk cId="3348206069" sldId="287"/>
            <ac:spMk id="3" creationId="{076611A5-BB8D-F5C9-A7D4-4F5458644707}"/>
          </ac:spMkLst>
        </pc:spChg>
        <pc:spChg chg="add mod">
          <ac:chgData name="DONATO D'AMBROSIO" userId="b98a7000-83ce-4140-83b3-808f9850f469" providerId="ADAL" clId="{7BA1370A-332F-4771-92A4-E18B0F65749B}" dt="2025-01-30T23:34:36.652" v="1760" actId="1076"/>
          <ac:spMkLst>
            <pc:docMk/>
            <pc:sldMk cId="3348206069" sldId="287"/>
            <ac:spMk id="15" creationId="{B15B6923-A0DE-5DF7-C853-E074C68AEBF6}"/>
          </ac:spMkLst>
        </pc:spChg>
        <pc:spChg chg="add mod">
          <ac:chgData name="DONATO D'AMBROSIO" userId="b98a7000-83ce-4140-83b3-808f9850f469" providerId="ADAL" clId="{7BA1370A-332F-4771-92A4-E18B0F65749B}" dt="2025-01-30T23:33:59.389" v="1757" actId="571"/>
          <ac:spMkLst>
            <pc:docMk/>
            <pc:sldMk cId="3348206069" sldId="287"/>
            <ac:spMk id="16" creationId="{7BCA5B57-AC1D-6DBE-B592-C3B92AB8E5D2}"/>
          </ac:spMkLst>
        </pc:spChg>
        <pc:picChg chg="del">
          <ac:chgData name="DONATO D'AMBROSIO" userId="b98a7000-83ce-4140-83b3-808f9850f469" providerId="ADAL" clId="{7BA1370A-332F-4771-92A4-E18B0F65749B}" dt="2025-01-30T22:04:02.862" v="1058" actId="478"/>
          <ac:picMkLst>
            <pc:docMk/>
            <pc:sldMk cId="3348206069" sldId="287"/>
            <ac:picMk id="6" creationId="{54DAF112-B4D3-C204-CEDD-F87651A22144}"/>
          </ac:picMkLst>
        </pc:picChg>
        <pc:picChg chg="add mod">
          <ac:chgData name="DONATO D'AMBROSIO" userId="b98a7000-83ce-4140-83b3-808f9850f469" providerId="ADAL" clId="{7BA1370A-332F-4771-92A4-E18B0F65749B}" dt="2025-01-30T23:34:04.995" v="1758" actId="1076"/>
          <ac:picMkLst>
            <pc:docMk/>
            <pc:sldMk cId="3348206069" sldId="287"/>
            <ac:picMk id="14" creationId="{2B68DB3F-1F89-9FDE-DBF4-BF33A28391A0}"/>
          </ac:picMkLst>
        </pc:picChg>
        <pc:picChg chg="del">
          <ac:chgData name="DONATO D'AMBROSIO" userId="b98a7000-83ce-4140-83b3-808f9850f469" providerId="ADAL" clId="{7BA1370A-332F-4771-92A4-E18B0F65749B}" dt="2025-01-30T22:04:01.025" v="1057" actId="478"/>
          <ac:picMkLst>
            <pc:docMk/>
            <pc:sldMk cId="3348206069" sldId="287"/>
            <ac:picMk id="17" creationId="{6AFAE3D6-491A-8750-ECD7-8DB83CB63B35}"/>
          </ac:picMkLst>
        </pc:picChg>
      </pc:sldChg>
      <pc:sldChg chg="addSp delSp modSp add mod">
        <pc:chgData name="DONATO D'AMBROSIO" userId="b98a7000-83ce-4140-83b3-808f9850f469" providerId="ADAL" clId="{7BA1370A-332F-4771-92A4-E18B0F65749B}" dt="2025-01-31T00:58:08.756" v="2475" actId="1076"/>
        <pc:sldMkLst>
          <pc:docMk/>
          <pc:sldMk cId="3563890795" sldId="288"/>
        </pc:sldMkLst>
        <pc:spChg chg="mod">
          <ac:chgData name="DONATO D'AMBROSIO" userId="b98a7000-83ce-4140-83b3-808f9850f469" providerId="ADAL" clId="{7BA1370A-332F-4771-92A4-E18B0F65749B}" dt="2025-01-30T23:28:43.743" v="1749" actId="403"/>
          <ac:spMkLst>
            <pc:docMk/>
            <pc:sldMk cId="3563890795" sldId="288"/>
            <ac:spMk id="3" creationId="{2F50BFD2-E67C-30E4-D6E8-6560E111398F}"/>
          </ac:spMkLst>
        </pc:spChg>
        <pc:spChg chg="add del mod">
          <ac:chgData name="DONATO D'AMBROSIO" userId="b98a7000-83ce-4140-83b3-808f9850f469" providerId="ADAL" clId="{7BA1370A-332F-4771-92A4-E18B0F65749B}" dt="2025-01-30T22:07:10.678" v="1091"/>
          <ac:spMkLst>
            <pc:docMk/>
            <pc:sldMk cId="3563890795" sldId="288"/>
            <ac:spMk id="15" creationId="{4FED111D-E32C-C7C4-7A59-F523E2E10B6A}"/>
          </ac:spMkLst>
        </pc:spChg>
        <pc:picChg chg="add del mod">
          <ac:chgData name="DONATO D'AMBROSIO" userId="b98a7000-83ce-4140-83b3-808f9850f469" providerId="ADAL" clId="{7BA1370A-332F-4771-92A4-E18B0F65749B}" dt="2025-01-31T00:56:23.615" v="2459" actId="478"/>
          <ac:picMkLst>
            <pc:docMk/>
            <pc:sldMk cId="3563890795" sldId="288"/>
            <ac:picMk id="6" creationId="{0CA5E58F-8938-1B58-877E-759058FAC6DE}"/>
          </ac:picMkLst>
        </pc:picChg>
        <pc:picChg chg="del">
          <ac:chgData name="DONATO D'AMBROSIO" userId="b98a7000-83ce-4140-83b3-808f9850f469" providerId="ADAL" clId="{7BA1370A-332F-4771-92A4-E18B0F65749B}" dt="2025-01-30T22:05:37.755" v="1077" actId="478"/>
          <ac:picMkLst>
            <pc:docMk/>
            <pc:sldMk cId="3563890795" sldId="288"/>
            <ac:picMk id="14" creationId="{1A16F324-9717-03DB-9208-9C36E499E3A5}"/>
          </ac:picMkLst>
        </pc:picChg>
        <pc:picChg chg="add del mod">
          <ac:chgData name="DONATO D'AMBROSIO" userId="b98a7000-83ce-4140-83b3-808f9850f469" providerId="ADAL" clId="{7BA1370A-332F-4771-92A4-E18B0F65749B}" dt="2025-01-31T00:57:07.446" v="2467" actId="478"/>
          <ac:picMkLst>
            <pc:docMk/>
            <pc:sldMk cId="3563890795" sldId="288"/>
            <ac:picMk id="17" creationId="{96619A05-10DB-1A19-E3AD-816405E9AE8B}"/>
          </ac:picMkLst>
        </pc:picChg>
        <pc:picChg chg="add mod">
          <ac:chgData name="DONATO D'AMBROSIO" userId="b98a7000-83ce-4140-83b3-808f9850f469" providerId="ADAL" clId="{7BA1370A-332F-4771-92A4-E18B0F65749B}" dt="2025-01-31T00:58:08.756" v="2475" actId="1076"/>
          <ac:picMkLst>
            <pc:docMk/>
            <pc:sldMk cId="3563890795" sldId="288"/>
            <ac:picMk id="19" creationId="{6C2D818D-A4E7-4094-35E2-B76F686DA2DA}"/>
          </ac:picMkLst>
        </pc:picChg>
      </pc:sldChg>
      <pc:sldChg chg="addSp delSp modSp add mod">
        <pc:chgData name="DONATO D'AMBROSIO" userId="b98a7000-83ce-4140-83b3-808f9850f469" providerId="ADAL" clId="{7BA1370A-332F-4771-92A4-E18B0F65749B}" dt="2025-01-31T01:39:35.672" v="2518" actId="1076"/>
        <pc:sldMkLst>
          <pc:docMk/>
          <pc:sldMk cId="1317914429" sldId="289"/>
        </pc:sldMkLst>
        <pc:spChg chg="mod">
          <ac:chgData name="DONATO D'AMBROSIO" userId="b98a7000-83ce-4140-83b3-808f9850f469" providerId="ADAL" clId="{7BA1370A-332F-4771-92A4-E18B0F65749B}" dt="2025-01-30T22:14:56.292" v="1340" actId="1076"/>
          <ac:spMkLst>
            <pc:docMk/>
            <pc:sldMk cId="1317914429" sldId="289"/>
            <ac:spMk id="3" creationId="{F7E485AB-C353-80C3-303C-D679E545D40A}"/>
          </ac:spMkLst>
        </pc:spChg>
        <pc:picChg chg="add mod modCrop">
          <ac:chgData name="DONATO D'AMBROSIO" userId="b98a7000-83ce-4140-83b3-808f9850f469" providerId="ADAL" clId="{7BA1370A-332F-4771-92A4-E18B0F65749B}" dt="2025-01-30T22:34:36.315" v="1423" actId="1076"/>
          <ac:picMkLst>
            <pc:docMk/>
            <pc:sldMk cId="1317914429" sldId="289"/>
            <ac:picMk id="5" creationId="{E60103CA-8A15-E1A1-3103-0014724AADC3}"/>
          </ac:picMkLst>
        </pc:picChg>
        <pc:picChg chg="del">
          <ac:chgData name="DONATO D'AMBROSIO" userId="b98a7000-83ce-4140-83b3-808f9850f469" providerId="ADAL" clId="{7BA1370A-332F-4771-92A4-E18B0F65749B}" dt="2025-01-30T22:14:13.167" v="1282" actId="478"/>
          <ac:picMkLst>
            <pc:docMk/>
            <pc:sldMk cId="1317914429" sldId="289"/>
            <ac:picMk id="6" creationId="{67166836-FB36-C976-2321-F4427A7EB211}"/>
          </ac:picMkLst>
        </pc:picChg>
        <pc:picChg chg="add del mod">
          <ac:chgData name="DONATO D'AMBROSIO" userId="b98a7000-83ce-4140-83b3-808f9850f469" providerId="ADAL" clId="{7BA1370A-332F-4771-92A4-E18B0F65749B}" dt="2025-01-30T22:31:52.028" v="1413" actId="478"/>
          <ac:picMkLst>
            <pc:docMk/>
            <pc:sldMk cId="1317914429" sldId="289"/>
            <ac:picMk id="15" creationId="{E73226D8-BEB0-988E-D74E-BA9E7B687133}"/>
          </ac:picMkLst>
        </pc:picChg>
        <pc:picChg chg="add del mod">
          <ac:chgData name="DONATO D'AMBROSIO" userId="b98a7000-83ce-4140-83b3-808f9850f469" providerId="ADAL" clId="{7BA1370A-332F-4771-92A4-E18B0F65749B}" dt="2025-01-30T22:25:47.359" v="1399" actId="478"/>
          <ac:picMkLst>
            <pc:docMk/>
            <pc:sldMk cId="1317914429" sldId="289"/>
            <ac:picMk id="17" creationId="{2AE22BFE-5821-09A2-0421-00F2BFD70578}"/>
          </ac:picMkLst>
        </pc:picChg>
        <pc:picChg chg="add del mod">
          <ac:chgData name="DONATO D'AMBROSIO" userId="b98a7000-83ce-4140-83b3-808f9850f469" providerId="ADAL" clId="{7BA1370A-332F-4771-92A4-E18B0F65749B}" dt="2025-01-30T22:33:06.119" v="1419" actId="478"/>
          <ac:picMkLst>
            <pc:docMk/>
            <pc:sldMk cId="1317914429" sldId="289"/>
            <ac:picMk id="18" creationId="{C4D849C4-B797-4A96-FA48-A555F1E4199D}"/>
          </ac:picMkLst>
        </pc:picChg>
        <pc:picChg chg="add mod">
          <ac:chgData name="DONATO D'AMBROSIO" userId="b98a7000-83ce-4140-83b3-808f9850f469" providerId="ADAL" clId="{7BA1370A-332F-4771-92A4-E18B0F65749B}" dt="2025-01-31T01:39:35.672" v="2518" actId="1076"/>
          <ac:picMkLst>
            <pc:docMk/>
            <pc:sldMk cId="1317914429" sldId="289"/>
            <ac:picMk id="20" creationId="{99BA92CD-377C-BAC0-7F2D-113C783B70DB}"/>
          </ac:picMkLst>
        </pc:picChg>
      </pc:sldChg>
      <pc:sldChg chg="addSp delSp modSp add mod">
        <pc:chgData name="DONATO D'AMBROSIO" userId="b98a7000-83ce-4140-83b3-808f9850f469" providerId="ADAL" clId="{7BA1370A-332F-4771-92A4-E18B0F65749B}" dt="2025-01-30T23:20:04.284" v="1650" actId="207"/>
        <pc:sldMkLst>
          <pc:docMk/>
          <pc:sldMk cId="3217861932" sldId="290"/>
        </pc:sldMkLst>
        <pc:spChg chg="del mod">
          <ac:chgData name="DONATO D'AMBROSIO" userId="b98a7000-83ce-4140-83b3-808f9850f469" providerId="ADAL" clId="{7BA1370A-332F-4771-92A4-E18B0F65749B}" dt="2025-01-30T22:16:05.922" v="1375"/>
          <ac:spMkLst>
            <pc:docMk/>
            <pc:sldMk cId="3217861932" sldId="290"/>
            <ac:spMk id="3" creationId="{5AAA59C9-6245-4C4C-9D54-73FE368114E0}"/>
          </ac:spMkLst>
        </pc:spChg>
        <pc:spChg chg="mod">
          <ac:chgData name="DONATO D'AMBROSIO" userId="b98a7000-83ce-4140-83b3-808f9850f469" providerId="ADAL" clId="{7BA1370A-332F-4771-92A4-E18B0F65749B}" dt="2025-01-30T22:41:06.371" v="1433" actId="1076"/>
          <ac:spMkLst>
            <pc:docMk/>
            <pc:sldMk cId="3217861932" sldId="290"/>
            <ac:spMk id="4" creationId="{D1F7799F-9A44-CF06-04D9-2BA9D0F7CCF2}"/>
          </ac:spMkLst>
        </pc:spChg>
        <pc:spChg chg="add mod">
          <ac:chgData name="DONATO D'AMBROSIO" userId="b98a7000-83ce-4140-83b3-808f9850f469" providerId="ADAL" clId="{7BA1370A-332F-4771-92A4-E18B0F65749B}" dt="2025-01-30T23:20:04.284" v="1650" actId="207"/>
          <ac:spMkLst>
            <pc:docMk/>
            <pc:sldMk cId="3217861932" sldId="290"/>
            <ac:spMk id="20" creationId="{9BB02BC3-6179-62A2-F8E7-515A0C8BC829}"/>
          </ac:spMkLst>
        </pc:spChg>
        <pc:picChg chg="add del mod">
          <ac:chgData name="DONATO D'AMBROSIO" userId="b98a7000-83ce-4140-83b3-808f9850f469" providerId="ADAL" clId="{7BA1370A-332F-4771-92A4-E18B0F65749B}" dt="2025-01-30T22:16:35.442" v="1387" actId="478"/>
          <ac:picMkLst>
            <pc:docMk/>
            <pc:sldMk cId="3217861932" sldId="290"/>
            <ac:picMk id="6" creationId="{5E3F0AC0-555E-6915-0D48-83B0357DE5FD}"/>
          </ac:picMkLst>
        </pc:picChg>
        <pc:picChg chg="add del mod">
          <ac:chgData name="DONATO D'AMBROSIO" userId="b98a7000-83ce-4140-83b3-808f9850f469" providerId="ADAL" clId="{7BA1370A-332F-4771-92A4-E18B0F65749B}" dt="2025-01-30T22:16:32.467" v="1386" actId="478"/>
          <ac:picMkLst>
            <pc:docMk/>
            <pc:sldMk cId="3217861932" sldId="290"/>
            <ac:picMk id="15" creationId="{BCB56DA1-38CC-AAE1-08A4-DA11B94CCBBC}"/>
          </ac:picMkLst>
        </pc:picChg>
        <pc:picChg chg="add del mod">
          <ac:chgData name="DONATO D'AMBROSIO" userId="b98a7000-83ce-4140-83b3-808f9850f469" providerId="ADAL" clId="{7BA1370A-332F-4771-92A4-E18B0F65749B}" dt="2025-01-30T22:25:30.314" v="1392" actId="21"/>
          <ac:picMkLst>
            <pc:docMk/>
            <pc:sldMk cId="3217861932" sldId="290"/>
            <ac:picMk id="17" creationId="{2AE22BFE-5821-09A2-0421-00F2BFD70578}"/>
          </ac:picMkLst>
        </pc:picChg>
        <pc:picChg chg="add mod">
          <ac:chgData name="DONATO D'AMBROSIO" userId="b98a7000-83ce-4140-83b3-808f9850f469" providerId="ADAL" clId="{7BA1370A-332F-4771-92A4-E18B0F65749B}" dt="2025-01-30T23:18:29.049" v="1611"/>
          <ac:picMkLst>
            <pc:docMk/>
            <pc:sldMk cId="3217861932" sldId="290"/>
            <ac:picMk id="19" creationId="{5750D4B0-B0E0-A874-7AE9-00D79CE2CFBF}"/>
          </ac:picMkLst>
        </pc:picChg>
      </pc:sldChg>
      <pc:sldChg chg="addSp delSp modSp add mod">
        <pc:chgData name="DONATO D'AMBROSIO" userId="b98a7000-83ce-4140-83b3-808f9850f469" providerId="ADAL" clId="{7BA1370A-332F-4771-92A4-E18B0F65749B}" dt="2025-01-30T23:19:59.137" v="1649" actId="207"/>
        <pc:sldMkLst>
          <pc:docMk/>
          <pc:sldMk cId="2832071190" sldId="291"/>
        </pc:sldMkLst>
        <pc:spChg chg="add mod">
          <ac:chgData name="DONATO D'AMBROSIO" userId="b98a7000-83ce-4140-83b3-808f9850f469" providerId="ADAL" clId="{7BA1370A-332F-4771-92A4-E18B0F65749B}" dt="2025-01-30T23:19:59.137" v="1649" actId="207"/>
          <ac:spMkLst>
            <pc:docMk/>
            <pc:sldMk cId="2832071190" sldId="291"/>
            <ac:spMk id="6" creationId="{132DC89B-43DE-D54D-555F-9EC5113EF8FD}"/>
          </ac:spMkLst>
        </pc:spChg>
        <pc:picChg chg="add mod">
          <ac:chgData name="DONATO D'AMBROSIO" userId="b98a7000-83ce-4140-83b3-808f9850f469" providerId="ADAL" clId="{7BA1370A-332F-4771-92A4-E18B0F65749B}" dt="2025-01-30T22:42:01.413" v="1451" actId="1076"/>
          <ac:picMkLst>
            <pc:docMk/>
            <pc:sldMk cId="2832071190" sldId="291"/>
            <ac:picMk id="5" creationId="{52B00733-5C2E-9D8A-C800-0D6A1A363C77}"/>
          </ac:picMkLst>
        </pc:picChg>
        <pc:picChg chg="del">
          <ac:chgData name="DONATO D'AMBROSIO" userId="b98a7000-83ce-4140-83b3-808f9850f469" providerId="ADAL" clId="{7BA1370A-332F-4771-92A4-E18B0F65749B}" dt="2025-01-30T22:41:43.942" v="1442" actId="478"/>
          <ac:picMkLst>
            <pc:docMk/>
            <pc:sldMk cId="2832071190" sldId="291"/>
            <ac:picMk id="19" creationId="{351CACDB-9326-A283-3ED2-5CBBC6138F0E}"/>
          </ac:picMkLst>
        </pc:picChg>
      </pc:sldChg>
      <pc:sldChg chg="addSp delSp modSp add mod ord">
        <pc:chgData name="DONATO D'AMBROSIO" userId="b98a7000-83ce-4140-83b3-808f9850f469" providerId="ADAL" clId="{7BA1370A-332F-4771-92A4-E18B0F65749B}" dt="2025-01-31T01:42:34.519" v="2520"/>
        <pc:sldMkLst>
          <pc:docMk/>
          <pc:sldMk cId="1394672668" sldId="292"/>
        </pc:sldMkLst>
        <pc:spChg chg="add mod">
          <ac:chgData name="DONATO D'AMBROSIO" userId="b98a7000-83ce-4140-83b3-808f9850f469" providerId="ADAL" clId="{7BA1370A-332F-4771-92A4-E18B0F65749B}" dt="2025-01-30T23:26:13" v="1708" actId="1076"/>
          <ac:spMkLst>
            <pc:docMk/>
            <pc:sldMk cId="1394672668" sldId="292"/>
            <ac:spMk id="16" creationId="{247B26B0-8EED-4C18-102D-ECD12E16E232}"/>
          </ac:spMkLst>
        </pc:spChg>
        <pc:spChg chg="add mod">
          <ac:chgData name="DONATO D'AMBROSIO" userId="b98a7000-83ce-4140-83b3-808f9850f469" providerId="ADAL" clId="{7BA1370A-332F-4771-92A4-E18B0F65749B}" dt="2025-01-30T23:26:17.592" v="1709" actId="1076"/>
          <ac:spMkLst>
            <pc:docMk/>
            <pc:sldMk cId="1394672668" sldId="292"/>
            <ac:spMk id="18" creationId="{6076DF0F-D5EC-614B-67D3-11BB1824FC5C}"/>
          </ac:spMkLst>
        </pc:spChg>
        <pc:spChg chg="add mod">
          <ac:chgData name="DONATO D'AMBROSIO" userId="b98a7000-83ce-4140-83b3-808f9850f469" providerId="ADAL" clId="{7BA1370A-332F-4771-92A4-E18B0F65749B}" dt="2025-01-30T23:27:44.545" v="1744" actId="1076"/>
          <ac:spMkLst>
            <pc:docMk/>
            <pc:sldMk cId="1394672668" sldId="292"/>
            <ac:spMk id="19" creationId="{1F5554DA-929C-D87E-D1BA-4842B60FFE28}"/>
          </ac:spMkLst>
        </pc:spChg>
        <pc:picChg chg="del">
          <ac:chgData name="DONATO D'AMBROSIO" userId="b98a7000-83ce-4140-83b3-808f9850f469" providerId="ADAL" clId="{7BA1370A-332F-4771-92A4-E18B0F65749B}" dt="2025-01-30T22:42:14.846" v="1453" actId="478"/>
          <ac:picMkLst>
            <pc:docMk/>
            <pc:sldMk cId="1394672668" sldId="292"/>
            <ac:picMk id="5" creationId="{25CE95F9-360E-EA82-72C8-1F97CCAA71C6}"/>
          </ac:picMkLst>
        </pc:picChg>
        <pc:picChg chg="add mod">
          <ac:chgData name="DONATO D'AMBROSIO" userId="b98a7000-83ce-4140-83b3-808f9850f469" providerId="ADAL" clId="{7BA1370A-332F-4771-92A4-E18B0F65749B}" dt="2025-01-30T23:26:05.680" v="1707" actId="14100"/>
          <ac:picMkLst>
            <pc:docMk/>
            <pc:sldMk cId="1394672668" sldId="292"/>
            <ac:picMk id="6" creationId="{9892B53E-4663-0A30-D89D-2B875D666E75}"/>
          </ac:picMkLst>
        </pc:picChg>
        <pc:picChg chg="add mod">
          <ac:chgData name="DONATO D'AMBROSIO" userId="b98a7000-83ce-4140-83b3-808f9850f469" providerId="ADAL" clId="{7BA1370A-332F-4771-92A4-E18B0F65749B}" dt="2025-01-30T23:26:32.240" v="1710" actId="14100"/>
          <ac:picMkLst>
            <pc:docMk/>
            <pc:sldMk cId="1394672668" sldId="292"/>
            <ac:picMk id="15" creationId="{6B3CA704-1DCC-3773-C02E-2BE055297012}"/>
          </ac:picMkLst>
        </pc:picChg>
      </pc:sldChg>
      <pc:sldChg chg="addSp delSp modSp add mod">
        <pc:chgData name="DONATO D'AMBROSIO" userId="b98a7000-83ce-4140-83b3-808f9850f469" providerId="ADAL" clId="{7BA1370A-332F-4771-92A4-E18B0F65749B}" dt="2025-01-30T23:09:43.121" v="1538" actId="1076"/>
        <pc:sldMkLst>
          <pc:docMk/>
          <pc:sldMk cId="2403674497" sldId="293"/>
        </pc:sldMkLst>
        <pc:spChg chg="mod">
          <ac:chgData name="DONATO D'AMBROSIO" userId="b98a7000-83ce-4140-83b3-808f9850f469" providerId="ADAL" clId="{7BA1370A-332F-4771-92A4-E18B0F65749B}" dt="2025-01-30T22:46:57.670" v="1488" actId="20577"/>
          <ac:spMkLst>
            <pc:docMk/>
            <pc:sldMk cId="2403674497" sldId="293"/>
            <ac:spMk id="4" creationId="{A502D680-4B45-1270-9851-E68343642B3F}"/>
          </ac:spMkLst>
        </pc:spChg>
        <pc:spChg chg="add del mod">
          <ac:chgData name="DONATO D'AMBROSIO" userId="b98a7000-83ce-4140-83b3-808f9850f469" providerId="ADAL" clId="{7BA1370A-332F-4771-92A4-E18B0F65749B}" dt="2025-01-30T23:06:08.772" v="1528" actId="20577"/>
          <ac:spMkLst>
            <pc:docMk/>
            <pc:sldMk cId="2403674497" sldId="293"/>
            <ac:spMk id="14" creationId="{5B4E689E-03F3-38D9-7DBB-F9E9A7C36D98}"/>
          </ac:spMkLst>
        </pc:spChg>
        <pc:spChg chg="add">
          <ac:chgData name="DONATO D'AMBROSIO" userId="b98a7000-83ce-4140-83b3-808f9850f469" providerId="ADAL" clId="{7BA1370A-332F-4771-92A4-E18B0F65749B}" dt="2025-01-30T22:52:13.828" v="1507"/>
          <ac:spMkLst>
            <pc:docMk/>
            <pc:sldMk cId="2403674497" sldId="293"/>
            <ac:spMk id="16" creationId="{D9EA81BF-7163-AB95-B029-B1BE34F05A23}"/>
          </ac:spMkLst>
        </pc:spChg>
        <pc:picChg chg="add mod">
          <ac:chgData name="DONATO D'AMBROSIO" userId="b98a7000-83ce-4140-83b3-808f9850f469" providerId="ADAL" clId="{7BA1370A-332F-4771-92A4-E18B0F65749B}" dt="2025-01-30T22:49:29.704" v="1503" actId="1076"/>
          <ac:picMkLst>
            <pc:docMk/>
            <pc:sldMk cId="2403674497" sldId="293"/>
            <ac:picMk id="5" creationId="{EF1D5A43-6247-43E8-4728-C36C907D9464}"/>
          </ac:picMkLst>
        </pc:picChg>
        <pc:picChg chg="del">
          <ac:chgData name="DONATO D'AMBROSIO" userId="b98a7000-83ce-4140-83b3-808f9850f469" providerId="ADAL" clId="{7BA1370A-332F-4771-92A4-E18B0F65749B}" dt="2025-01-30T22:47:00.490" v="1489" actId="478"/>
          <ac:picMkLst>
            <pc:docMk/>
            <pc:sldMk cId="2403674497" sldId="293"/>
            <ac:picMk id="6" creationId="{29DE79B5-E01D-6D6E-E779-85F421DA495B}"/>
          </ac:picMkLst>
        </pc:picChg>
        <pc:picChg chg="del">
          <ac:chgData name="DONATO D'AMBROSIO" userId="b98a7000-83ce-4140-83b3-808f9850f469" providerId="ADAL" clId="{7BA1370A-332F-4771-92A4-E18B0F65749B}" dt="2025-01-30T22:47:02.402" v="1490" actId="478"/>
          <ac:picMkLst>
            <pc:docMk/>
            <pc:sldMk cId="2403674497" sldId="293"/>
            <ac:picMk id="15" creationId="{A1D242F9-8FF8-449F-A5A2-7439FDE55951}"/>
          </ac:picMkLst>
        </pc:picChg>
        <pc:picChg chg="add mod">
          <ac:chgData name="DONATO D'AMBROSIO" userId="b98a7000-83ce-4140-83b3-808f9850f469" providerId="ADAL" clId="{7BA1370A-332F-4771-92A4-E18B0F65749B}" dt="2025-01-30T23:09:43.121" v="1538" actId="1076"/>
          <ac:picMkLst>
            <pc:docMk/>
            <pc:sldMk cId="2403674497" sldId="293"/>
            <ac:picMk id="18" creationId="{61BFE493-99C4-BD92-AFDD-534BE1175F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E1568-683C-46D3-9AC3-76D9FFE0AD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0E0B4-C171-4FA0-B502-74A862F3C5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17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4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844423" flipH="1" flipV="1">
            <a:off x="-1022092" y="3438589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511412" y="8174847"/>
            <a:ext cx="4407046" cy="2050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3"/>
              </a:lnSpc>
            </a:pPr>
            <a:r>
              <a:rPr lang="en-US" sz="2000" b="1">
                <a:solidFill>
                  <a:srgbClr val="FFFFFF"/>
                </a:solidFill>
                <a:latin typeface="K2D"/>
                <a:ea typeface="K2D"/>
                <a:cs typeface="K2D"/>
                <a:sym typeface="K2D"/>
              </a:rPr>
              <a:t>                           </a:t>
            </a:r>
            <a:r>
              <a:rPr lang="en-US" sz="2000" b="1">
                <a:solidFill>
                  <a:srgbClr val="E78724"/>
                </a:solidFill>
                <a:latin typeface="K2D Bold"/>
                <a:ea typeface="K2D Bold"/>
                <a:cs typeface="K2D Bold"/>
                <a:sym typeface="K2D Bold"/>
              </a:rPr>
              <a:t>Group 9</a:t>
            </a:r>
          </a:p>
          <a:p>
            <a:pPr lvl="1">
              <a:lnSpc>
                <a:spcPct val="150000"/>
              </a:lnSpc>
            </a:pPr>
            <a:r>
              <a:rPr lang="en-US" sz="2000" b="1">
                <a:solidFill>
                  <a:srgbClr val="135C5A"/>
                </a:solidFill>
                <a:latin typeface="K2D"/>
                <a:ea typeface="K2D"/>
                <a:cs typeface="K2D"/>
                <a:sym typeface="K2D"/>
              </a:rPr>
              <a:t>Donato D’Ambrosio M62002985</a:t>
            </a:r>
            <a:endParaRPr lang="en-US" sz="2000" b="1">
              <a:solidFill>
                <a:srgbClr val="135C5A"/>
              </a:solidFill>
              <a:latin typeface="K2D"/>
              <a:ea typeface="K2D"/>
              <a:cs typeface="K2D"/>
            </a:endParaRPr>
          </a:p>
          <a:p>
            <a:pPr lvl="1">
              <a:lnSpc>
                <a:spcPct val="150000"/>
              </a:lnSpc>
            </a:pPr>
            <a:r>
              <a:rPr lang="en-US" sz="2000" b="1">
                <a:solidFill>
                  <a:srgbClr val="135C5A"/>
                </a:solidFill>
                <a:latin typeface="K2D"/>
                <a:ea typeface="K2D"/>
                <a:cs typeface="K2D"/>
                <a:sym typeface="K2D"/>
              </a:rPr>
              <a:t>Antonio Fico M62002880</a:t>
            </a:r>
            <a:endParaRPr lang="en-US" sz="2000" b="1">
              <a:solidFill>
                <a:srgbClr val="135C5A"/>
              </a:solidFill>
              <a:latin typeface="K2D"/>
              <a:ea typeface="K2D"/>
              <a:cs typeface="K2D"/>
            </a:endParaRPr>
          </a:p>
          <a:p>
            <a:pPr lvl="1">
              <a:lnSpc>
                <a:spcPct val="150000"/>
              </a:lnSpc>
            </a:pPr>
            <a:r>
              <a:rPr lang="en-US" sz="2000" b="1">
                <a:solidFill>
                  <a:srgbClr val="135C5A"/>
                </a:solidFill>
                <a:latin typeface="K2D"/>
                <a:ea typeface="K2D"/>
                <a:cs typeface="K2D"/>
                <a:sym typeface="K2D"/>
              </a:rPr>
              <a:t>Ehsan </a:t>
            </a:r>
            <a:r>
              <a:rPr lang="en-US" sz="2000" b="1" err="1">
                <a:solidFill>
                  <a:srgbClr val="135C5A"/>
                </a:solidFill>
                <a:latin typeface="K2D"/>
                <a:ea typeface="K2D"/>
                <a:cs typeface="K2D"/>
                <a:sym typeface="K2D"/>
              </a:rPr>
              <a:t>Seyedabadi</a:t>
            </a:r>
            <a:r>
              <a:rPr lang="en-US" sz="2000" b="1">
                <a:solidFill>
                  <a:srgbClr val="135C5A"/>
                </a:solidFill>
                <a:latin typeface="K2D"/>
                <a:ea typeface="K2D"/>
                <a:cs typeface="K2D"/>
                <a:sym typeface="K2D"/>
              </a:rPr>
              <a:t> P55000046</a:t>
            </a:r>
            <a:endParaRPr lang="en-US" sz="2000" b="1">
              <a:solidFill>
                <a:srgbClr val="135C5A"/>
              </a:solidFill>
              <a:latin typeface="K2D"/>
              <a:ea typeface="K2D"/>
              <a:cs typeface="K2D"/>
            </a:endParaRPr>
          </a:p>
          <a:p>
            <a:pPr algn="ctr">
              <a:lnSpc>
                <a:spcPts val="2693"/>
              </a:lnSpc>
            </a:pPr>
            <a:endParaRPr lang="en-US" sz="2000" b="1">
              <a:solidFill>
                <a:srgbClr val="2F6398"/>
              </a:solidFill>
              <a:latin typeface="K2D"/>
              <a:ea typeface="K2D"/>
              <a:cs typeface="K2D"/>
              <a:sym typeface="K2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47561" y="8714392"/>
            <a:ext cx="6585828" cy="1358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2000" b="1">
                <a:solidFill>
                  <a:srgbClr val="E78724"/>
                </a:solidFill>
                <a:latin typeface="K2D Bold"/>
                <a:ea typeface="K2D Bold"/>
                <a:cs typeface="K2D Bold"/>
                <a:sym typeface="K2D Bold"/>
              </a:rPr>
              <a:t>Professor: </a:t>
            </a:r>
            <a:r>
              <a:rPr lang="en-US" sz="2000" b="1">
                <a:solidFill>
                  <a:srgbClr val="135C5A"/>
                </a:solidFill>
                <a:latin typeface="K2D Bold"/>
                <a:ea typeface="K2D Bold"/>
                <a:cs typeface="K2D Bold"/>
                <a:sym typeface="K2D Bold"/>
              </a:rPr>
              <a:t>Prof. Antonio Lepore</a:t>
            </a:r>
            <a:endParaRPr lang="en-US" sz="2000" b="1">
              <a:solidFill>
                <a:srgbClr val="135C5A"/>
              </a:solidFill>
              <a:latin typeface="K2D Bold"/>
              <a:ea typeface="K2D Bold"/>
              <a:cs typeface="K2D Bold"/>
            </a:endParaRPr>
          </a:p>
          <a:p>
            <a:pPr algn="l">
              <a:lnSpc>
                <a:spcPts val="2693"/>
              </a:lnSpc>
            </a:pPr>
            <a:endParaRPr lang="en-US" sz="2000" b="1">
              <a:solidFill>
                <a:srgbClr val="2F6398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l">
              <a:lnSpc>
                <a:spcPts val="2693"/>
              </a:lnSpc>
            </a:pPr>
            <a:r>
              <a:rPr lang="en-US" sz="2000" b="1">
                <a:solidFill>
                  <a:srgbClr val="E78724"/>
                </a:solidFill>
                <a:latin typeface="K2D Bold"/>
                <a:ea typeface="K2D Bold"/>
                <a:cs typeface="K2D Bold"/>
                <a:sym typeface="K2D Bold"/>
              </a:rPr>
              <a:t>Course:  </a:t>
            </a:r>
            <a:r>
              <a:rPr lang="en-US" sz="2000" b="1">
                <a:solidFill>
                  <a:srgbClr val="135C5A"/>
                </a:solidFill>
                <a:latin typeface="K2D Bold"/>
                <a:ea typeface="K2D Bold"/>
                <a:cs typeface="K2D Bold"/>
                <a:sym typeface="K2D Bold"/>
              </a:rPr>
              <a:t>Statistical Lab for Industrial Data Analysis</a:t>
            </a:r>
            <a:endParaRPr lang="en-US" sz="2000" b="1">
              <a:solidFill>
                <a:srgbClr val="135C5A"/>
              </a:solidFill>
              <a:latin typeface="K2D Bold"/>
              <a:ea typeface="K2D Bold"/>
              <a:cs typeface="K2D Bold"/>
            </a:endParaRPr>
          </a:p>
          <a:p>
            <a:pPr algn="l">
              <a:lnSpc>
                <a:spcPts val="2693"/>
              </a:lnSpc>
            </a:pPr>
            <a:endParaRPr lang="en-US" sz="2000" b="1">
              <a:solidFill>
                <a:srgbClr val="2F6398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232475" y="9788741"/>
            <a:ext cx="6052428" cy="81454"/>
            <a:chOff x="0" y="0"/>
            <a:chExt cx="1594055" cy="214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94055" cy="21453"/>
            </a:xfrm>
            <a:custGeom>
              <a:avLst/>
              <a:gdLst/>
              <a:ahLst/>
              <a:cxnLst/>
              <a:rect l="l" t="t" r="r" b="b"/>
              <a:pathLst>
                <a:path w="1594055" h="21453">
                  <a:moveTo>
                    <a:pt x="10233" y="0"/>
                  </a:moveTo>
                  <a:lnTo>
                    <a:pt x="1583822" y="0"/>
                  </a:lnTo>
                  <a:cubicBezTo>
                    <a:pt x="1586536" y="0"/>
                    <a:pt x="1589139" y="1078"/>
                    <a:pt x="1591058" y="2997"/>
                  </a:cubicBezTo>
                  <a:cubicBezTo>
                    <a:pt x="1592977" y="4916"/>
                    <a:pt x="1594055" y="7519"/>
                    <a:pt x="1594055" y="10233"/>
                  </a:cubicBezTo>
                  <a:lnTo>
                    <a:pt x="1594055" y="11220"/>
                  </a:lnTo>
                  <a:cubicBezTo>
                    <a:pt x="1594055" y="16871"/>
                    <a:pt x="1589474" y="21453"/>
                    <a:pt x="1583822" y="21453"/>
                  </a:cubicBezTo>
                  <a:lnTo>
                    <a:pt x="10233" y="21453"/>
                  </a:lnTo>
                  <a:cubicBezTo>
                    <a:pt x="7519" y="21453"/>
                    <a:pt x="4916" y="20375"/>
                    <a:pt x="2997" y="18456"/>
                  </a:cubicBezTo>
                  <a:cubicBezTo>
                    <a:pt x="1078" y="16537"/>
                    <a:pt x="0" y="13934"/>
                    <a:pt x="0" y="11220"/>
                  </a:cubicBezTo>
                  <a:lnTo>
                    <a:pt x="0" y="10233"/>
                  </a:lnTo>
                  <a:cubicBezTo>
                    <a:pt x="0" y="7519"/>
                    <a:pt x="1078" y="4916"/>
                    <a:pt x="2997" y="2997"/>
                  </a:cubicBezTo>
                  <a:cubicBezTo>
                    <a:pt x="4916" y="1078"/>
                    <a:pt x="7519" y="0"/>
                    <a:pt x="1023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94055" cy="5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44905" y="1304104"/>
            <a:ext cx="13868400" cy="2549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71"/>
              </a:lnSpc>
            </a:pPr>
            <a:r>
              <a:rPr lang="en-US" sz="6600" b="1">
                <a:solidFill>
                  <a:srgbClr val="135C5A"/>
                </a:solidFill>
                <a:latin typeface="Poppins Bold"/>
                <a:ea typeface="Poppins Bold"/>
                <a:cs typeface="Poppins Bold"/>
                <a:sym typeface="Poppins Bold"/>
              </a:rPr>
              <a:t>LOW VOLTAGE BATTERY DATA FOR HIGH-SPEED TRAINS</a:t>
            </a:r>
            <a:endParaRPr lang="en-US" sz="6600" b="1">
              <a:solidFill>
                <a:srgbClr val="135C5A"/>
              </a:solidFill>
              <a:latin typeface="Poppins Bold"/>
              <a:ea typeface="Poppins Bold"/>
              <a:cs typeface="Poppins Bold"/>
            </a:endParaRP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F341B59B-1186-148B-7EFA-D5D38C6D3FA2}"/>
              </a:ext>
            </a:extLst>
          </p:cNvPr>
          <p:cNvGrpSpPr/>
          <p:nvPr/>
        </p:nvGrpSpPr>
        <p:grpSpPr>
          <a:xfrm>
            <a:off x="11091761" y="190500"/>
            <a:ext cx="7043839" cy="836531"/>
            <a:chOff x="11091761" y="190500"/>
            <a:chExt cx="7043839" cy="836531"/>
          </a:xfrm>
        </p:grpSpPr>
        <p:grpSp>
          <p:nvGrpSpPr>
            <p:cNvPr id="22" name="Group 12">
              <a:extLst>
                <a:ext uri="{FF2B5EF4-FFF2-40B4-BE49-F238E27FC236}">
                  <a16:creationId xmlns:a16="http://schemas.microsoft.com/office/drawing/2014/main" id="{3F701B3B-1FB6-A57A-6093-0D77C315068B}"/>
                </a:ext>
              </a:extLst>
            </p:cNvPr>
            <p:cNvGrpSpPr/>
            <p:nvPr/>
          </p:nvGrpSpPr>
          <p:grpSpPr>
            <a:xfrm>
              <a:off x="11091761" y="950831"/>
              <a:ext cx="7043839" cy="76200"/>
              <a:chOff x="0" y="0"/>
              <a:chExt cx="1395927" cy="26224"/>
            </a:xfrm>
          </p:grpSpPr>
          <p:sp>
            <p:nvSpPr>
              <p:cNvPr id="23" name="Freeform 13">
                <a:extLst>
                  <a:ext uri="{FF2B5EF4-FFF2-40B4-BE49-F238E27FC236}">
                    <a16:creationId xmlns:a16="http://schemas.microsoft.com/office/drawing/2014/main" id="{6EDA2D44-385F-F386-371B-0F4BF4F57414}"/>
                  </a:ext>
                </a:extLst>
              </p:cNvPr>
              <p:cNvSpPr/>
              <p:nvPr/>
            </p:nvSpPr>
            <p:spPr>
              <a:xfrm>
                <a:off x="0" y="0"/>
                <a:ext cx="1395927" cy="26224"/>
              </a:xfrm>
              <a:custGeom>
                <a:avLst/>
                <a:gdLst/>
                <a:ahLst/>
                <a:cxnLst/>
                <a:rect l="l" t="t" r="r" b="b"/>
                <a:pathLst>
                  <a:path w="1395927" h="26224">
                    <a:moveTo>
                      <a:pt x="11686" y="0"/>
                    </a:moveTo>
                    <a:lnTo>
                      <a:pt x="1384242" y="0"/>
                    </a:lnTo>
                    <a:cubicBezTo>
                      <a:pt x="1390696" y="0"/>
                      <a:pt x="1395927" y="5232"/>
                      <a:pt x="1395927" y="11686"/>
                    </a:cubicBezTo>
                    <a:lnTo>
                      <a:pt x="1395927" y="14538"/>
                    </a:lnTo>
                    <a:cubicBezTo>
                      <a:pt x="1395927" y="17637"/>
                      <a:pt x="1394696" y="20609"/>
                      <a:pt x="1392505" y="22801"/>
                    </a:cubicBezTo>
                    <a:cubicBezTo>
                      <a:pt x="1390313" y="24992"/>
                      <a:pt x="1387341" y="26224"/>
                      <a:pt x="1384242" y="26224"/>
                    </a:cubicBezTo>
                    <a:lnTo>
                      <a:pt x="11686" y="26224"/>
                    </a:lnTo>
                    <a:cubicBezTo>
                      <a:pt x="8586" y="26224"/>
                      <a:pt x="5614" y="24992"/>
                      <a:pt x="3423" y="22801"/>
                    </a:cubicBezTo>
                    <a:cubicBezTo>
                      <a:pt x="1231" y="20609"/>
                      <a:pt x="0" y="17637"/>
                      <a:pt x="0" y="14538"/>
                    </a:cubicBezTo>
                    <a:lnTo>
                      <a:pt x="0" y="11686"/>
                    </a:lnTo>
                    <a:cubicBezTo>
                      <a:pt x="0" y="8586"/>
                      <a:pt x="1231" y="5614"/>
                      <a:pt x="3423" y="3423"/>
                    </a:cubicBezTo>
                    <a:cubicBezTo>
                      <a:pt x="5614" y="1231"/>
                      <a:pt x="8586" y="0"/>
                      <a:pt x="1168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FA158">
                      <a:alpha val="100000"/>
                    </a:srgbClr>
                  </a:gs>
                  <a:gs pos="50000">
                    <a:srgbClr val="59BFBB">
                      <a:alpha val="100000"/>
                    </a:srgbClr>
                  </a:gs>
                  <a:gs pos="100000">
                    <a:srgbClr val="155F5C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14">
                <a:extLst>
                  <a:ext uri="{FF2B5EF4-FFF2-40B4-BE49-F238E27FC236}">
                    <a16:creationId xmlns:a16="http://schemas.microsoft.com/office/drawing/2014/main" id="{D8F6F81D-28B5-EB8E-510F-335A73E5B0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95927" cy="643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pic>
          <p:nvPicPr>
            <p:cNvPr id="25" name="Immagine 11">
              <a:extLst>
                <a:ext uri="{FF2B5EF4-FFF2-40B4-BE49-F238E27FC236}">
                  <a16:creationId xmlns:a16="http://schemas.microsoft.com/office/drawing/2014/main" id="{BCB5DF69-E7E1-B795-A1B6-F0F4C744517A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36384" y="197898"/>
              <a:ext cx="3961661" cy="75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59040DF-33AF-4ABC-7C00-B242E1AC4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70375" y="190500"/>
              <a:ext cx="2654436" cy="69218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5577" flipH="1" flipV="1">
            <a:off x="-1056468" y="2845604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304433" y="9820412"/>
            <a:ext cx="4636006" cy="60750"/>
            <a:chOff x="0" y="0"/>
            <a:chExt cx="1221006" cy="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21006" cy="16000"/>
            </a:xfrm>
            <a:custGeom>
              <a:avLst/>
              <a:gdLst/>
              <a:ahLst/>
              <a:cxnLst/>
              <a:rect l="l" t="t" r="r" b="b"/>
              <a:pathLst>
                <a:path w="1221006" h="16000">
                  <a:moveTo>
                    <a:pt x="8000" y="0"/>
                  </a:moveTo>
                  <a:lnTo>
                    <a:pt x="1213006" y="0"/>
                  </a:lnTo>
                  <a:cubicBezTo>
                    <a:pt x="1215128" y="0"/>
                    <a:pt x="1217162" y="843"/>
                    <a:pt x="1218663" y="2343"/>
                  </a:cubicBezTo>
                  <a:cubicBezTo>
                    <a:pt x="1220163" y="3843"/>
                    <a:pt x="1221006" y="5878"/>
                    <a:pt x="1221006" y="8000"/>
                  </a:cubicBezTo>
                  <a:lnTo>
                    <a:pt x="1221006" y="8000"/>
                  </a:lnTo>
                  <a:cubicBezTo>
                    <a:pt x="1221006" y="12418"/>
                    <a:pt x="1217424" y="16000"/>
                    <a:pt x="1213006" y="16000"/>
                  </a:cubicBezTo>
                  <a:lnTo>
                    <a:pt x="8000" y="16000"/>
                  </a:lnTo>
                  <a:cubicBezTo>
                    <a:pt x="3582" y="16000"/>
                    <a:pt x="0" y="12418"/>
                    <a:pt x="0" y="8000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21006" cy="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92550" y="536593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070016" y="2310973"/>
            <a:ext cx="8221296" cy="863310"/>
            <a:chOff x="0" y="0"/>
            <a:chExt cx="2191504" cy="3341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1504" cy="334124"/>
            </a:xfrm>
            <a:custGeom>
              <a:avLst/>
              <a:gdLst/>
              <a:ahLst/>
              <a:cxnLst/>
              <a:rect l="l" t="t" r="r" b="b"/>
              <a:pathLst>
                <a:path w="2191504" h="334124">
                  <a:moveTo>
                    <a:pt x="47452" y="0"/>
                  </a:moveTo>
                  <a:lnTo>
                    <a:pt x="2144052" y="0"/>
                  </a:lnTo>
                  <a:cubicBezTo>
                    <a:pt x="2170259" y="0"/>
                    <a:pt x="2191504" y="21245"/>
                    <a:pt x="2191504" y="47452"/>
                  </a:cubicBezTo>
                  <a:lnTo>
                    <a:pt x="2191504" y="286672"/>
                  </a:lnTo>
                  <a:cubicBezTo>
                    <a:pt x="2191504" y="312879"/>
                    <a:pt x="2170259" y="334124"/>
                    <a:pt x="2144052" y="334124"/>
                  </a:cubicBezTo>
                  <a:lnTo>
                    <a:pt x="47452" y="334124"/>
                  </a:lnTo>
                  <a:cubicBezTo>
                    <a:pt x="21245" y="334124"/>
                    <a:pt x="0" y="312879"/>
                    <a:pt x="0" y="286672"/>
                  </a:cubicBezTo>
                  <a:lnTo>
                    <a:pt x="0" y="47452"/>
                  </a:lnTo>
                  <a:cubicBezTo>
                    <a:pt x="0" y="21245"/>
                    <a:pt x="21245" y="0"/>
                    <a:pt x="47452" y="0"/>
                  </a:cubicBezTo>
                  <a:close/>
                </a:path>
              </a:pathLst>
            </a:custGeom>
            <a:solidFill>
              <a:srgbClr val="155F5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191504" cy="37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INTRODUCTION TO HITACHI RAIL AND PROJECT GOALS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42335" y="3619500"/>
            <a:ext cx="8221296" cy="863310"/>
            <a:chOff x="0" y="0"/>
            <a:chExt cx="2191504" cy="3341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1504" cy="334124"/>
            </a:xfrm>
            <a:custGeom>
              <a:avLst/>
              <a:gdLst/>
              <a:ahLst/>
              <a:cxnLst/>
              <a:rect l="l" t="t" r="r" b="b"/>
              <a:pathLst>
                <a:path w="2191504" h="334124">
                  <a:moveTo>
                    <a:pt x="47452" y="0"/>
                  </a:moveTo>
                  <a:lnTo>
                    <a:pt x="2144052" y="0"/>
                  </a:lnTo>
                  <a:cubicBezTo>
                    <a:pt x="2170259" y="0"/>
                    <a:pt x="2191504" y="21245"/>
                    <a:pt x="2191504" y="47452"/>
                  </a:cubicBezTo>
                  <a:lnTo>
                    <a:pt x="2191504" y="286672"/>
                  </a:lnTo>
                  <a:cubicBezTo>
                    <a:pt x="2191504" y="312879"/>
                    <a:pt x="2170259" y="334124"/>
                    <a:pt x="2144052" y="334124"/>
                  </a:cubicBezTo>
                  <a:lnTo>
                    <a:pt x="47452" y="334124"/>
                  </a:lnTo>
                  <a:cubicBezTo>
                    <a:pt x="21245" y="334124"/>
                    <a:pt x="0" y="312879"/>
                    <a:pt x="0" y="286672"/>
                  </a:cubicBezTo>
                  <a:lnTo>
                    <a:pt x="0" y="47452"/>
                  </a:lnTo>
                  <a:cubicBezTo>
                    <a:pt x="0" y="21245"/>
                    <a:pt x="21245" y="0"/>
                    <a:pt x="47452" y="0"/>
                  </a:cubicBezTo>
                  <a:close/>
                </a:path>
              </a:pathLst>
            </a:custGeom>
            <a:solidFill>
              <a:srgbClr val="155F5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191504" cy="37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DATASET AND SYSTEM ANALYSIS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042335" y="4991100"/>
            <a:ext cx="8221296" cy="863310"/>
            <a:chOff x="0" y="0"/>
            <a:chExt cx="2191504" cy="3341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91504" cy="334124"/>
            </a:xfrm>
            <a:custGeom>
              <a:avLst/>
              <a:gdLst/>
              <a:ahLst/>
              <a:cxnLst/>
              <a:rect l="l" t="t" r="r" b="b"/>
              <a:pathLst>
                <a:path w="2191504" h="334124">
                  <a:moveTo>
                    <a:pt x="47452" y="0"/>
                  </a:moveTo>
                  <a:lnTo>
                    <a:pt x="2144052" y="0"/>
                  </a:lnTo>
                  <a:cubicBezTo>
                    <a:pt x="2170259" y="0"/>
                    <a:pt x="2191504" y="21245"/>
                    <a:pt x="2191504" y="47452"/>
                  </a:cubicBezTo>
                  <a:lnTo>
                    <a:pt x="2191504" y="286672"/>
                  </a:lnTo>
                  <a:cubicBezTo>
                    <a:pt x="2191504" y="312879"/>
                    <a:pt x="2170259" y="334124"/>
                    <a:pt x="2144052" y="334124"/>
                  </a:cubicBezTo>
                  <a:lnTo>
                    <a:pt x="47452" y="334124"/>
                  </a:lnTo>
                  <a:cubicBezTo>
                    <a:pt x="21245" y="334124"/>
                    <a:pt x="0" y="312879"/>
                    <a:pt x="0" y="286672"/>
                  </a:cubicBezTo>
                  <a:lnTo>
                    <a:pt x="0" y="47452"/>
                  </a:lnTo>
                  <a:cubicBezTo>
                    <a:pt x="0" y="21245"/>
                    <a:pt x="21245" y="0"/>
                    <a:pt x="47452" y="0"/>
                  </a:cubicBezTo>
                  <a:close/>
                </a:path>
              </a:pathLst>
            </a:custGeom>
            <a:solidFill>
              <a:srgbClr val="155F5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191504" cy="37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DATA MANIPULATION AND EXPLORATION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042335" y="6362700"/>
            <a:ext cx="8221296" cy="863310"/>
            <a:chOff x="0" y="0"/>
            <a:chExt cx="2191504" cy="3341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1504" cy="334124"/>
            </a:xfrm>
            <a:custGeom>
              <a:avLst/>
              <a:gdLst/>
              <a:ahLst/>
              <a:cxnLst/>
              <a:rect l="l" t="t" r="r" b="b"/>
              <a:pathLst>
                <a:path w="2191504" h="334124">
                  <a:moveTo>
                    <a:pt x="47452" y="0"/>
                  </a:moveTo>
                  <a:lnTo>
                    <a:pt x="2144052" y="0"/>
                  </a:lnTo>
                  <a:cubicBezTo>
                    <a:pt x="2170259" y="0"/>
                    <a:pt x="2191504" y="21245"/>
                    <a:pt x="2191504" y="47452"/>
                  </a:cubicBezTo>
                  <a:lnTo>
                    <a:pt x="2191504" y="286672"/>
                  </a:lnTo>
                  <a:cubicBezTo>
                    <a:pt x="2191504" y="312879"/>
                    <a:pt x="2170259" y="334124"/>
                    <a:pt x="2144052" y="334124"/>
                  </a:cubicBezTo>
                  <a:lnTo>
                    <a:pt x="47452" y="334124"/>
                  </a:lnTo>
                  <a:cubicBezTo>
                    <a:pt x="21245" y="334124"/>
                    <a:pt x="0" y="312879"/>
                    <a:pt x="0" y="286672"/>
                  </a:cubicBezTo>
                  <a:lnTo>
                    <a:pt x="0" y="47452"/>
                  </a:lnTo>
                  <a:cubicBezTo>
                    <a:pt x="0" y="21245"/>
                    <a:pt x="21245" y="0"/>
                    <a:pt x="47452" y="0"/>
                  </a:cubicBezTo>
                  <a:close/>
                </a:path>
              </a:pathLst>
            </a:custGeom>
            <a:solidFill>
              <a:srgbClr val="155F5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91504" cy="37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STATISTICAL QUALITY CONTROL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78992" y="7632990"/>
            <a:ext cx="8221296" cy="863310"/>
            <a:chOff x="0" y="0"/>
            <a:chExt cx="2191504" cy="33412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1504" cy="334124"/>
            </a:xfrm>
            <a:custGeom>
              <a:avLst/>
              <a:gdLst/>
              <a:ahLst/>
              <a:cxnLst/>
              <a:rect l="l" t="t" r="r" b="b"/>
              <a:pathLst>
                <a:path w="2191504" h="334124">
                  <a:moveTo>
                    <a:pt x="47452" y="0"/>
                  </a:moveTo>
                  <a:lnTo>
                    <a:pt x="2144052" y="0"/>
                  </a:lnTo>
                  <a:cubicBezTo>
                    <a:pt x="2170259" y="0"/>
                    <a:pt x="2191504" y="21245"/>
                    <a:pt x="2191504" y="47452"/>
                  </a:cubicBezTo>
                  <a:lnTo>
                    <a:pt x="2191504" y="286672"/>
                  </a:lnTo>
                  <a:cubicBezTo>
                    <a:pt x="2191504" y="312879"/>
                    <a:pt x="2170259" y="334124"/>
                    <a:pt x="2144052" y="334124"/>
                  </a:cubicBezTo>
                  <a:lnTo>
                    <a:pt x="47452" y="334124"/>
                  </a:lnTo>
                  <a:cubicBezTo>
                    <a:pt x="21245" y="334124"/>
                    <a:pt x="0" y="312879"/>
                    <a:pt x="0" y="286672"/>
                  </a:cubicBezTo>
                  <a:lnTo>
                    <a:pt x="0" y="47452"/>
                  </a:lnTo>
                  <a:cubicBezTo>
                    <a:pt x="0" y="21245"/>
                    <a:pt x="21245" y="0"/>
                    <a:pt x="47452" y="0"/>
                  </a:cubicBezTo>
                  <a:close/>
                </a:path>
              </a:pathLst>
            </a:custGeom>
            <a:solidFill>
              <a:srgbClr val="155F5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191504" cy="37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CONCLUSION AND FUTURE PERSPECTIVES</a:t>
              </a:r>
            </a:p>
          </p:txBody>
        </p:sp>
      </p:grpSp>
      <p:grpSp>
        <p:nvGrpSpPr>
          <p:cNvPr id="32" name="Group 12">
            <a:extLst>
              <a:ext uri="{FF2B5EF4-FFF2-40B4-BE49-F238E27FC236}">
                <a16:creationId xmlns:a16="http://schemas.microsoft.com/office/drawing/2014/main" id="{ADB9FC4D-C8A9-1CCE-685A-39B79EDAADBE}"/>
              </a:ext>
            </a:extLst>
          </p:cNvPr>
          <p:cNvGrpSpPr/>
          <p:nvPr/>
        </p:nvGrpSpPr>
        <p:grpSpPr>
          <a:xfrm>
            <a:off x="11091761" y="950831"/>
            <a:ext cx="7043839" cy="76200"/>
            <a:chOff x="0" y="0"/>
            <a:chExt cx="1395927" cy="26224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9B6A49A4-FA20-D455-3D8B-0D5707508B1E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66CA028D-30A3-42C3-B64E-43203E6F29BB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5" name="Immagine 11">
            <a:extLst>
              <a:ext uri="{FF2B5EF4-FFF2-40B4-BE49-F238E27FC236}">
                <a16:creationId xmlns:a16="http://schemas.microsoft.com/office/drawing/2014/main" id="{60A05736-B76A-BB17-6998-6D0C4BF07DE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6384" y="197898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7070B3F-410B-963B-357B-5437BD376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375" y="190500"/>
            <a:ext cx="2654436" cy="692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5577" flipH="1" flipV="1">
            <a:off x="-1056468" y="2845604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963400" y="1918813"/>
            <a:ext cx="5208888" cy="3910487"/>
            <a:chOff x="0" y="0"/>
            <a:chExt cx="8916670" cy="6694043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-5629" r="-56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04996" y="847725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THE COMPANY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4256138"/>
            <a:ext cx="8959035" cy="119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31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The Hitachi Mission, set by founder </a:t>
            </a:r>
            <a:r>
              <a:rPr lang="en-US" sz="2310" err="1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Namihei</a:t>
            </a:r>
            <a:r>
              <a:rPr lang="en-US" sz="231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2310" err="1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Odaira</a:t>
            </a:r>
            <a:r>
              <a:rPr lang="en-US" sz="231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, is to deliver superior, original technology and products for mobility projects around the world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7800" y="5911950"/>
            <a:ext cx="8959035" cy="80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31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Committed to driving the sustainable mobility transition and has a clear focus on partnering with customers to rethink mobility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7800" y="7275568"/>
            <a:ext cx="8959035" cy="80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31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Present in 140 countries with over 270,000 employees and global revenues of €54.55bn / ¥8,564 bn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050412" y="6426470"/>
            <a:ext cx="5208888" cy="2908030"/>
          </a:xfrm>
          <a:custGeom>
            <a:avLst/>
            <a:gdLst/>
            <a:ahLst/>
            <a:cxnLst/>
            <a:rect l="l" t="t" r="r" b="b"/>
            <a:pathLst>
              <a:path w="5208888" h="2908030">
                <a:moveTo>
                  <a:pt x="0" y="0"/>
                </a:moveTo>
                <a:lnTo>
                  <a:pt x="5208888" y="0"/>
                </a:lnTo>
                <a:lnTo>
                  <a:pt x="5208888" y="2908030"/>
                </a:lnTo>
                <a:lnTo>
                  <a:pt x="0" y="29080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447800" y="3009900"/>
            <a:ext cx="8959035" cy="80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31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Founded in 1924, Hitachi Rail, a division of Hitachi Ltd., specializes in advanced railway systems manufacturing</a:t>
            </a:r>
          </a:p>
        </p:txBody>
      </p:sp>
      <p:grpSp>
        <p:nvGrpSpPr>
          <p:cNvPr id="25" name="Group 12">
            <a:extLst>
              <a:ext uri="{FF2B5EF4-FFF2-40B4-BE49-F238E27FC236}">
                <a16:creationId xmlns:a16="http://schemas.microsoft.com/office/drawing/2014/main" id="{16996596-4A79-EA53-308F-A350C1A141B3}"/>
              </a:ext>
            </a:extLst>
          </p:cNvPr>
          <p:cNvGrpSpPr/>
          <p:nvPr/>
        </p:nvGrpSpPr>
        <p:grpSpPr>
          <a:xfrm>
            <a:off x="11091761" y="950831"/>
            <a:ext cx="7043839" cy="76200"/>
            <a:chOff x="0" y="0"/>
            <a:chExt cx="1395927" cy="26224"/>
          </a:xfrm>
        </p:grpSpPr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7B0D6BC-8583-586E-B077-358830F0D47E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5AD3876D-9984-1C1E-A5FF-0184EFE90BC6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8" name="Immagine 11">
            <a:extLst>
              <a:ext uri="{FF2B5EF4-FFF2-40B4-BE49-F238E27FC236}">
                <a16:creationId xmlns:a16="http://schemas.microsoft.com/office/drawing/2014/main" id="{B2BD8FCA-2B1D-852D-1BC3-69C891DA4542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6384" y="197898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1241723-EE2B-BAFE-1A19-E9268C680C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70375" y="190500"/>
            <a:ext cx="2654436" cy="692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5577" flipH="1" flipV="1">
            <a:off x="-1056468" y="2845604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67794" y="2143833"/>
            <a:ext cx="5208888" cy="3910487"/>
            <a:chOff x="0" y="0"/>
            <a:chExt cx="8916670" cy="6694043"/>
          </a:xfrm>
        </p:grpSpPr>
        <p:sp>
          <p:nvSpPr>
            <p:cNvPr id="4" name="Freeform 4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-1249" r="-1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14857" y="196285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4857" y="3899886"/>
            <a:ext cx="853044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8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Use statistical methods to make predictions in order to identify faulty batteries</a:t>
            </a:r>
            <a:endParaRPr lang="en-US" sz="2800">
              <a:solidFill>
                <a:srgbClr val="155F5C"/>
              </a:solidFill>
              <a:latin typeface="K2D"/>
              <a:ea typeface="K2D"/>
              <a:cs typeface="K2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14857" y="4831779"/>
            <a:ext cx="853044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8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Identify critical trains in relation to battery behavior</a:t>
            </a:r>
            <a:endParaRPr lang="en-US" sz="2800">
              <a:solidFill>
                <a:srgbClr val="155F5C"/>
              </a:solidFill>
              <a:latin typeface="K2D"/>
              <a:ea typeface="K2D"/>
              <a:cs typeface="K2D"/>
            </a:endParaRPr>
          </a:p>
        </p:txBody>
      </p:sp>
      <p:grpSp>
        <p:nvGrpSpPr>
          <p:cNvPr id="22" name="Group 12">
            <a:extLst>
              <a:ext uri="{FF2B5EF4-FFF2-40B4-BE49-F238E27FC236}">
                <a16:creationId xmlns:a16="http://schemas.microsoft.com/office/drawing/2014/main" id="{449A2895-C8AF-3E00-1683-CA3132E0129F}"/>
              </a:ext>
            </a:extLst>
          </p:cNvPr>
          <p:cNvGrpSpPr/>
          <p:nvPr/>
        </p:nvGrpSpPr>
        <p:grpSpPr>
          <a:xfrm>
            <a:off x="11091761" y="950831"/>
            <a:ext cx="7043839" cy="76200"/>
            <a:chOff x="0" y="0"/>
            <a:chExt cx="1395927" cy="26224"/>
          </a:xfrm>
        </p:grpSpPr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E4199C34-E5F4-A4B5-D7F6-ADEEB901F923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C6CC918F-0727-FB1B-45DA-D85292ED5BFC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5" name="Immagine 11">
            <a:extLst>
              <a:ext uri="{FF2B5EF4-FFF2-40B4-BE49-F238E27FC236}">
                <a16:creationId xmlns:a16="http://schemas.microsoft.com/office/drawing/2014/main" id="{4CC5CE25-C5BF-D2F4-E033-17F2E606C916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6384" y="197898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CEEEDF-53DD-CD84-069B-F8A8EA5190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375" y="190500"/>
            <a:ext cx="2654436" cy="692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5577" flipH="1" flipV="1">
            <a:off x="-1056468" y="2845604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67794" y="2143833"/>
            <a:ext cx="5208888" cy="3910487"/>
            <a:chOff x="0" y="0"/>
            <a:chExt cx="8916670" cy="6694043"/>
          </a:xfrm>
        </p:grpSpPr>
        <p:sp>
          <p:nvSpPr>
            <p:cNvPr id="4" name="Freeform 4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-5883" r="-58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14857" y="196285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THE 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4857" y="3304577"/>
            <a:ext cx="9744443" cy="52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endParaRPr/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  </a:t>
            </a:r>
            <a:r>
              <a:rPr lang="en-US" sz="2000" b="1">
                <a:solidFill>
                  <a:srgbClr val="155F5C"/>
                </a:solidFill>
                <a:latin typeface="K2D Bold"/>
                <a:ea typeface="K2D Bold"/>
                <a:cs typeface="K2D Bold"/>
                <a:sym typeface="K2D Bold"/>
              </a:rPr>
              <a:t>Data from FLEET_1 high-speed trains</a:t>
            </a:r>
          </a:p>
          <a:p>
            <a:pPr algn="just">
              <a:lnSpc>
                <a:spcPts val="2800"/>
              </a:lnSpc>
            </a:pPr>
            <a:endParaRPr lang="en-US" sz="2000" b="1">
              <a:solidFill>
                <a:srgbClr val="155F5C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  </a:t>
            </a:r>
            <a:r>
              <a:rPr lang="en-US" sz="2000" b="1">
                <a:solidFill>
                  <a:srgbClr val="155F5C"/>
                </a:solidFill>
                <a:latin typeface="K2D Bold"/>
                <a:ea typeface="K2D Bold"/>
                <a:cs typeface="K2D Bold"/>
                <a:sym typeface="K2D Bold"/>
              </a:rPr>
              <a:t>Focus on Ni-Cd low-voltage batteries 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(4 Batteries per train in parallel connection)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155F5C"/>
              </a:solidFill>
              <a:latin typeface="K2D"/>
              <a:ea typeface="K2D"/>
              <a:cs typeface="K2D"/>
              <a:sym typeface="K2D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   </a:t>
            </a:r>
            <a:r>
              <a:rPr lang="en-US" sz="2000" b="1">
                <a:solidFill>
                  <a:srgbClr val="155F5C"/>
                </a:solidFill>
                <a:latin typeface="K2D Bold"/>
                <a:ea typeface="K2D Bold"/>
                <a:cs typeface="K2D Bold"/>
                <a:sym typeface="K2D Bold"/>
              </a:rPr>
              <a:t>Key Variables: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IBatt_Ci: Current intensity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VBatt_Ci: Battery voltage.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ID_Ph_Ci: Battery phase 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ID_GR: Discharge-charge group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Timestamp: Sampling time 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Vehicle: Identification code (16 trains).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GPS_LAT/LON: Vehicle position.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VEHICLE_SPEED: Speed in km/h.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Status_ID: Vehicle status </a:t>
            </a: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2F929C52-63CB-3647-98C9-85E5662A35A5}"/>
              </a:ext>
            </a:extLst>
          </p:cNvPr>
          <p:cNvGrpSpPr/>
          <p:nvPr/>
        </p:nvGrpSpPr>
        <p:grpSpPr>
          <a:xfrm>
            <a:off x="11091761" y="950831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6D93FF2-EF58-188C-E77E-6ED073206523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16C96410-25C9-BAE1-C2E1-531417878808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BAE44EBE-0F2F-A515-2C6B-D7DE9D98D49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6384" y="197898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F583211-F32E-9BC1-43DA-0DB55F0CF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375" y="190500"/>
            <a:ext cx="2654436" cy="692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5577" flipH="1" flipV="1">
            <a:off x="-1056468" y="2845604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22218" y="5909925"/>
            <a:ext cx="5208888" cy="3910487"/>
            <a:chOff x="0" y="0"/>
            <a:chExt cx="8916670" cy="6694043"/>
          </a:xfrm>
        </p:grpSpPr>
        <p:sp>
          <p:nvSpPr>
            <p:cNvPr id="4" name="Freeform 4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t="-17410" b="-174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305276" y="3296285"/>
            <a:ext cx="8530446" cy="399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 b="1">
                <a:solidFill>
                  <a:srgbClr val="155F5C"/>
                </a:solidFill>
                <a:latin typeface="K2D Bold"/>
                <a:ea typeface="K2D Bold"/>
                <a:cs typeface="K2D Bold"/>
                <a:sym typeface="K2D Bold"/>
              </a:rPr>
              <a:t>System Overview:</a:t>
            </a:r>
          </a:p>
          <a:p>
            <a:pPr marL="820422" lvl="2" indent="-273474" algn="just">
              <a:lnSpc>
                <a:spcPts val="2660"/>
              </a:lnSpc>
              <a:buFont typeface="Arial"/>
              <a:buChar char="⚬"/>
            </a:pPr>
            <a:r>
              <a:rPr lang="en-US" sz="19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Ni-Cd low-voltage batteries</a:t>
            </a:r>
          </a:p>
          <a:p>
            <a:pPr marL="820422" lvl="2" indent="-273474" algn="just">
              <a:lnSpc>
                <a:spcPts val="2660"/>
              </a:lnSpc>
              <a:buFont typeface="Arial"/>
              <a:buChar char="⚬"/>
            </a:pPr>
            <a:r>
              <a:rPr lang="en-US" sz="19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4 batteries per train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 b="1">
                <a:solidFill>
                  <a:srgbClr val="155F5C"/>
                </a:solidFill>
                <a:latin typeface="K2D Bold"/>
                <a:ea typeface="K2D Bold"/>
                <a:cs typeface="K2D Bold"/>
                <a:sym typeface="K2D Bold"/>
              </a:rPr>
              <a:t>Key Functions:</a:t>
            </a:r>
          </a:p>
          <a:p>
            <a:pPr marL="820422" lvl="2" indent="-273474" algn="just">
              <a:lnSpc>
                <a:spcPts val="2660"/>
              </a:lnSpc>
              <a:buFont typeface="Arial"/>
              <a:buChar char="⚬"/>
            </a:pPr>
            <a:r>
              <a:rPr lang="en-US" sz="19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Start-up: Power peak </a:t>
            </a:r>
          </a:p>
          <a:p>
            <a:pPr marL="820422" lvl="2" indent="-273474" algn="just">
              <a:lnSpc>
                <a:spcPts val="2660"/>
              </a:lnSpc>
              <a:buFont typeface="Arial"/>
              <a:buChar char="⚬"/>
            </a:pPr>
            <a:r>
              <a:rPr lang="en-US" sz="19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POC (Point of Change)</a:t>
            </a:r>
          </a:p>
          <a:p>
            <a:pPr marL="820422" lvl="2" indent="-273474" algn="just">
              <a:lnSpc>
                <a:spcPts val="2660"/>
              </a:lnSpc>
              <a:buFont typeface="Arial"/>
              <a:buChar char="⚬"/>
            </a:pPr>
            <a:r>
              <a:rPr lang="en-US" sz="19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High Voltage faults</a:t>
            </a:r>
          </a:p>
          <a:p>
            <a:pPr marL="820422" lvl="2" indent="-273474" algn="just">
              <a:lnSpc>
                <a:spcPts val="2660"/>
              </a:lnSpc>
              <a:buFont typeface="Arial"/>
              <a:buChar char="⚬"/>
            </a:pPr>
            <a:r>
              <a:rPr lang="en-US" sz="19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Maintenance: 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 b="1">
                <a:solidFill>
                  <a:srgbClr val="155F5C"/>
                </a:solidFill>
                <a:latin typeface="K2D Bold"/>
                <a:ea typeface="K2D Bold"/>
                <a:cs typeface="K2D Bold"/>
                <a:sym typeface="K2D Bold"/>
              </a:rPr>
              <a:t>Focus on Discharging Phase:</a:t>
            </a:r>
          </a:p>
          <a:p>
            <a:pPr marL="820422" lvl="2" indent="-273474" algn="just">
              <a:lnSpc>
                <a:spcPts val="2660"/>
              </a:lnSpc>
              <a:buFont typeface="Arial"/>
              <a:buChar char="⚬"/>
            </a:pPr>
            <a:r>
              <a:rPr lang="en-US" sz="19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Disparities in discharging currents among the 4 batteries can identify faulty batteries.</a:t>
            </a:r>
          </a:p>
          <a:p>
            <a:pPr marL="820422" lvl="2" indent="-273474" algn="just">
              <a:lnSpc>
                <a:spcPts val="2660"/>
              </a:lnSpc>
              <a:buFont typeface="Arial"/>
              <a:buChar char="⚬"/>
            </a:pPr>
            <a:r>
              <a:rPr lang="en-US" sz="19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Discharging voltage reflects the health of the low-voltage system.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83660" y="3046112"/>
            <a:ext cx="6886003" cy="2097388"/>
          </a:xfrm>
          <a:custGeom>
            <a:avLst/>
            <a:gdLst/>
            <a:ahLst/>
            <a:cxnLst/>
            <a:rect l="l" t="t" r="r" b="b"/>
            <a:pathLst>
              <a:path w="6886003" h="2097388">
                <a:moveTo>
                  <a:pt x="0" y="0"/>
                </a:moveTo>
                <a:lnTo>
                  <a:pt x="6886003" y="0"/>
                </a:lnTo>
                <a:lnTo>
                  <a:pt x="6886003" y="2097388"/>
                </a:lnTo>
                <a:lnTo>
                  <a:pt x="0" y="2097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213228" y="874412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THE SYSTEM</a:t>
            </a:r>
          </a:p>
        </p:txBody>
      </p:sp>
      <p:grpSp>
        <p:nvGrpSpPr>
          <p:cNvPr id="22" name="Group 12">
            <a:extLst>
              <a:ext uri="{FF2B5EF4-FFF2-40B4-BE49-F238E27FC236}">
                <a16:creationId xmlns:a16="http://schemas.microsoft.com/office/drawing/2014/main" id="{D268599D-5F2B-455F-5295-79513DC8D201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BC45FB76-937E-ECDE-3AC8-261547C63E89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7BC4CA2E-3E0A-2CE5-1EDB-0930E9AAA982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5" name="Immagine 11">
            <a:extLst>
              <a:ext uri="{FF2B5EF4-FFF2-40B4-BE49-F238E27FC236}">
                <a16:creationId xmlns:a16="http://schemas.microsoft.com/office/drawing/2014/main" id="{EDA3F1A0-2852-0803-FD44-C42FA2CD4E1E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4EA8A6F-673F-FCE0-05C7-189F943BEB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5577" flipH="1" flipV="1">
            <a:off x="-1056468" y="2845604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67794" y="2143833"/>
            <a:ext cx="5208888" cy="3910487"/>
            <a:chOff x="0" y="0"/>
            <a:chExt cx="8916670" cy="6694043"/>
          </a:xfrm>
        </p:grpSpPr>
        <p:sp>
          <p:nvSpPr>
            <p:cNvPr id="4" name="Freeform 4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-6036" r="-60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514857" y="1962858"/>
            <a:ext cx="8882679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MANIPULATION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14857" y="3076648"/>
            <a:ext cx="8530446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 </a:t>
            </a:r>
          </a:p>
          <a:p>
            <a:pPr marL="431800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8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Data Filtering</a:t>
            </a:r>
            <a:endParaRPr lang="en-US" sz="2800">
              <a:solidFill>
                <a:srgbClr val="155F5C"/>
              </a:solidFill>
              <a:latin typeface="K2D"/>
              <a:ea typeface="K2D"/>
              <a:cs typeface="K2D"/>
            </a:endParaRPr>
          </a:p>
          <a:p>
            <a:pPr marL="431800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8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Power Calculation</a:t>
            </a:r>
            <a:endParaRPr lang="en-US" sz="2800">
              <a:solidFill>
                <a:srgbClr val="155F5C"/>
              </a:solidFill>
              <a:latin typeface="K2D"/>
              <a:ea typeface="K2D"/>
              <a:cs typeface="K2D"/>
            </a:endParaRPr>
          </a:p>
          <a:p>
            <a:pPr marL="431800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8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Discharge Phase Identification</a:t>
            </a:r>
            <a:endParaRPr lang="en-US" sz="2800">
              <a:solidFill>
                <a:srgbClr val="155F5C"/>
              </a:solidFill>
              <a:latin typeface="K2D"/>
              <a:ea typeface="K2D"/>
              <a:cs typeface="K2D"/>
            </a:endParaRPr>
          </a:p>
          <a:p>
            <a:pPr marL="431800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8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Timestamp Conversion</a:t>
            </a:r>
            <a:endParaRPr lang="en-US" sz="2800">
              <a:solidFill>
                <a:srgbClr val="155F5C"/>
              </a:solidFill>
              <a:latin typeface="K2D"/>
              <a:ea typeface="K2D"/>
              <a:cs typeface="K2D"/>
            </a:endParaRPr>
          </a:p>
          <a:p>
            <a:pPr marL="431800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8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Visualization</a:t>
            </a:r>
            <a:endParaRPr lang="en-US" sz="2800">
              <a:solidFill>
                <a:srgbClr val="155F5C"/>
              </a:solidFill>
              <a:latin typeface="K2D"/>
              <a:ea typeface="K2D"/>
              <a:cs typeface="K2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72DA9A41-4972-527E-AE79-105148D0B52D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B60D6AF4-94C0-B055-4172-0C7FAFE36B29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EE92A481-E8D2-5268-DF99-2BEA2D1F7DA3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E652F6A6-7148-9A32-AAD5-CFF6C7566413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048400B-4CE7-E8F4-E6F4-8D97FD453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5577" flipH="1" flipV="1">
            <a:off x="-1056468" y="2845604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43000" y="711159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0" y="2721919"/>
            <a:ext cx="9144000" cy="7565081"/>
          </a:xfrm>
          <a:custGeom>
            <a:avLst/>
            <a:gdLst/>
            <a:ahLst/>
            <a:cxnLst/>
            <a:rect l="l" t="t" r="r" b="b"/>
            <a:pathLst>
              <a:path w="9144000" h="7565081">
                <a:moveTo>
                  <a:pt x="0" y="0"/>
                </a:moveTo>
                <a:lnTo>
                  <a:pt x="9144000" y="0"/>
                </a:lnTo>
                <a:lnTo>
                  <a:pt x="9144000" y="7565081"/>
                </a:lnTo>
                <a:lnTo>
                  <a:pt x="0" y="7565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2">
            <a:extLst>
              <a:ext uri="{FF2B5EF4-FFF2-40B4-BE49-F238E27FC236}">
                <a16:creationId xmlns:a16="http://schemas.microsoft.com/office/drawing/2014/main" id="{CC428900-8FC2-3CF6-9BA4-F952302691FF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5953C491-968E-C80F-0968-02151DD5590F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AE30E6EB-7D13-423C-3579-4A4BC97D79DE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2" name="Immagine 11">
            <a:extLst>
              <a:ext uri="{FF2B5EF4-FFF2-40B4-BE49-F238E27FC236}">
                <a16:creationId xmlns:a16="http://schemas.microsoft.com/office/drawing/2014/main" id="{59B005FE-30B6-9CE9-3797-EC8CC3C6E21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D43E306-B5F5-BF0E-EB39-B92A24A73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pic>
        <p:nvPicPr>
          <p:cNvPr id="11" name="Immagine 10" descr="Immagine che contiene testo, schermata, linea, Carattere&#10;&#10;Descrizione generata automaticamente">
            <a:extLst>
              <a:ext uri="{FF2B5EF4-FFF2-40B4-BE49-F238E27FC236}">
                <a16:creationId xmlns:a16="http://schemas.microsoft.com/office/drawing/2014/main" id="{56034830-5147-2425-FAAD-33C20E6AA1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709712"/>
            <a:ext cx="9178585" cy="759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19200" y="338455"/>
            <a:ext cx="8320865" cy="109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50" b="1">
                <a:solidFill>
                  <a:srgbClr val="135C5A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  <a:r>
              <a:rPr lang="en-US" sz="635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EXPLORATION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7226924" y="1438175"/>
            <a:ext cx="10550083" cy="8399348"/>
          </a:xfrm>
          <a:custGeom>
            <a:avLst/>
            <a:gdLst/>
            <a:ahLst/>
            <a:cxnLst/>
            <a:rect l="l" t="t" r="r" b="b"/>
            <a:pathLst>
              <a:path w="10693425" h="8846963">
                <a:moveTo>
                  <a:pt x="0" y="0"/>
                </a:moveTo>
                <a:lnTo>
                  <a:pt x="10693426" y="0"/>
                </a:lnTo>
                <a:lnTo>
                  <a:pt x="10693426" y="8846963"/>
                </a:lnTo>
                <a:lnTo>
                  <a:pt x="0" y="8846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2">
            <a:extLst>
              <a:ext uri="{FF2B5EF4-FFF2-40B4-BE49-F238E27FC236}">
                <a16:creationId xmlns:a16="http://schemas.microsoft.com/office/drawing/2014/main" id="{AF1A21CA-2F26-A72B-CBBF-295E3D5F120A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878BEC6-5C27-8AAD-F5B7-E9DCF88911BA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4">
              <a:extLst>
                <a:ext uri="{FF2B5EF4-FFF2-40B4-BE49-F238E27FC236}">
                  <a16:creationId xmlns:a16="http://schemas.microsoft.com/office/drawing/2014/main" id="{C51A2B8D-60F5-F804-51E0-C97DE2062DA2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1" name="Immagine 11">
            <a:extLst>
              <a:ext uri="{FF2B5EF4-FFF2-40B4-BE49-F238E27FC236}">
                <a16:creationId xmlns:a16="http://schemas.microsoft.com/office/drawing/2014/main" id="{B06F272B-CF66-9D9D-274D-894B874E562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42D87A-AF12-8546-56BE-E4A65042A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2E99567-DA37-CF34-387B-613089C23A1F}"/>
              </a:ext>
            </a:extLst>
          </p:cNvPr>
          <p:cNvSpPr txBox="1"/>
          <p:nvPr/>
        </p:nvSpPr>
        <p:spPr>
          <a:xfrm>
            <a:off x="371287" y="1794885"/>
            <a:ext cx="6151756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it-IT" sz="2200" b="1">
                <a:solidFill>
                  <a:srgbClr val="135C5A"/>
                </a:solidFill>
                <a:latin typeface="K2D"/>
                <a:ea typeface="+mn-lt"/>
                <a:cs typeface="K2D"/>
              </a:rPr>
              <a:t>Clustering: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K-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means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with 3 centers</a:t>
            </a:r>
            <a:endParaRPr lang="it-IT" sz="2200">
              <a:solidFill>
                <a:srgbClr val="135C5A"/>
              </a:solidFill>
              <a:latin typeface="K2D"/>
              <a:cs typeface="K2D"/>
            </a:endParaRPr>
          </a:p>
          <a:p>
            <a:pPr>
              <a:buFont typeface="Arial"/>
              <a:buChar char="•"/>
            </a:pPr>
            <a:r>
              <a:rPr lang="it-IT" sz="2200" b="1">
                <a:solidFill>
                  <a:srgbClr val="135C5A"/>
                </a:solidFill>
                <a:latin typeface="K2D"/>
                <a:ea typeface="+mn-lt"/>
                <a:cs typeface="K2D"/>
              </a:rPr>
              <a:t>Features: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Median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voltage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&amp;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discharge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duration</a:t>
            </a:r>
            <a:endParaRPr lang="it-IT" sz="2200">
              <a:ea typeface="Calibri"/>
              <a:cs typeface="K2D"/>
            </a:endParaRPr>
          </a:p>
          <a:p>
            <a:pPr>
              <a:buFont typeface="Arial"/>
              <a:buChar char="•"/>
            </a:pPr>
            <a:r>
              <a:rPr lang="it-IT" sz="2200" b="1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Our</a:t>
            </a:r>
            <a:r>
              <a:rPr lang="it-IT" sz="2200" b="1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b="1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Classification</a:t>
            </a:r>
            <a:r>
              <a:rPr lang="it-IT" sz="2200" b="1">
                <a:solidFill>
                  <a:srgbClr val="135C5A"/>
                </a:solidFill>
                <a:latin typeface="K2D"/>
                <a:ea typeface="+mn-lt"/>
                <a:cs typeface="K2D"/>
              </a:rPr>
              <a:t>:</a:t>
            </a:r>
            <a:endParaRPr lang="it-IT" sz="2200">
              <a:ea typeface="Calibri"/>
              <a:cs typeface="K2D"/>
            </a:endParaRPr>
          </a:p>
          <a:p>
            <a:pPr>
              <a:buFont typeface="Arial"/>
              <a:buChar char="•"/>
            </a:pPr>
            <a:r>
              <a:rPr lang="it-IT" sz="2200" b="1">
                <a:solidFill>
                  <a:srgbClr val="135C5A"/>
                </a:solidFill>
                <a:latin typeface="K2D"/>
                <a:ea typeface="+mn-lt"/>
                <a:cs typeface="K2D"/>
              </a:rPr>
              <a:t>Low performance: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High Voltage &amp; short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discharge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duration</a:t>
            </a:r>
            <a:endParaRPr lang="it-IT" sz="22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2200" b="1">
                <a:solidFill>
                  <a:srgbClr val="135C5A"/>
                </a:solidFill>
                <a:latin typeface="K2D"/>
                <a:ea typeface="+mn-lt"/>
                <a:cs typeface="K2D"/>
              </a:rPr>
              <a:t>Medium performance: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Neither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lower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nor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higher</a:t>
            </a:r>
            <a:endParaRPr lang="it-IT" sz="22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2200" b="1">
                <a:solidFill>
                  <a:srgbClr val="135C5A"/>
                </a:solidFill>
                <a:latin typeface="K2D"/>
                <a:ea typeface="+mn-lt"/>
                <a:cs typeface="K2D"/>
              </a:rPr>
              <a:t>High performance: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Low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voltage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&amp; long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discharge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duration</a:t>
            </a:r>
            <a:endParaRPr lang="it-IT" sz="2200">
              <a:ea typeface="Calibri"/>
              <a:cs typeface="K2D"/>
            </a:endParaRPr>
          </a:p>
          <a:p>
            <a:pPr>
              <a:buFont typeface="Arial"/>
              <a:buChar char="•"/>
            </a:pPr>
            <a:r>
              <a:rPr lang="it-IT" sz="2200" b="1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Visualization</a:t>
            </a:r>
            <a:r>
              <a:rPr lang="it-IT" sz="2200" b="1">
                <a:solidFill>
                  <a:srgbClr val="135C5A"/>
                </a:solidFill>
                <a:latin typeface="K2D"/>
                <a:ea typeface="+mn-lt"/>
                <a:cs typeface="K2D"/>
              </a:rPr>
              <a:t>: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Different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markers for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each</a:t>
            </a:r>
            <a:r>
              <a:rPr lang="it-IT" sz="2200">
                <a:solidFill>
                  <a:srgbClr val="135C5A"/>
                </a:solidFill>
                <a:latin typeface="K2D"/>
                <a:ea typeface="+mn-lt"/>
                <a:cs typeface="K2D"/>
              </a:rPr>
              <a:t> </a:t>
            </a:r>
            <a:r>
              <a:rPr lang="it-IT" sz="2200" err="1">
                <a:solidFill>
                  <a:srgbClr val="135C5A"/>
                </a:solidFill>
                <a:latin typeface="K2D"/>
                <a:ea typeface="+mn-lt"/>
                <a:cs typeface="K2D"/>
              </a:rPr>
              <a:t>train</a:t>
            </a:r>
            <a:endParaRPr lang="it-IT" sz="2200">
              <a:ea typeface="Calibri"/>
              <a:cs typeface="K2D"/>
            </a:endParaRPr>
          </a:p>
          <a:p>
            <a:pPr marL="285750" indent="-285750">
              <a:buFont typeface="Arial"/>
              <a:buChar char="•"/>
            </a:pPr>
            <a:endParaRPr lang="it-IT" sz="2200">
              <a:solidFill>
                <a:srgbClr val="135C5A"/>
              </a:solidFill>
              <a:latin typeface="K2D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EF5E-4657-E78C-5E65-9AB1A294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362762B-BD36-4356-3CD7-485229E77D02}"/>
              </a:ext>
            </a:extLst>
          </p:cNvPr>
          <p:cNvSpPr txBox="1"/>
          <p:nvPr/>
        </p:nvSpPr>
        <p:spPr>
          <a:xfrm>
            <a:off x="1219200" y="499833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grpSp>
        <p:nvGrpSpPr>
          <p:cNvPr id="19" name="Group 12">
            <a:extLst>
              <a:ext uri="{FF2B5EF4-FFF2-40B4-BE49-F238E27FC236}">
                <a16:creationId xmlns:a16="http://schemas.microsoft.com/office/drawing/2014/main" id="{B8B750DF-FA8B-0F25-1664-AE4DDD025452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33656EAA-7E6B-EE82-B262-C0D1CEDAA085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C8DEFA5F-3F61-C3DB-3F7A-4C2FD1C208C3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2" name="Immagine 11">
            <a:extLst>
              <a:ext uri="{FF2B5EF4-FFF2-40B4-BE49-F238E27FC236}">
                <a16:creationId xmlns:a16="http://schemas.microsoft.com/office/drawing/2014/main" id="{08227D22-9BEA-6C75-B363-1F041CA02EE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8229FB-DD59-2845-767F-C654EB7EE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grpSp>
        <p:nvGrpSpPr>
          <p:cNvPr id="15" name="Group 12">
            <a:extLst>
              <a:ext uri="{FF2B5EF4-FFF2-40B4-BE49-F238E27FC236}">
                <a16:creationId xmlns:a16="http://schemas.microsoft.com/office/drawing/2014/main" id="{6AA2117E-EBA3-EF4A-FF2B-F16C5F8139C2}"/>
              </a:ext>
            </a:extLst>
          </p:cNvPr>
          <p:cNvGrpSpPr/>
          <p:nvPr/>
        </p:nvGrpSpPr>
        <p:grpSpPr>
          <a:xfrm>
            <a:off x="11041223" y="9618467"/>
            <a:ext cx="7043839" cy="76200"/>
            <a:chOff x="0" y="0"/>
            <a:chExt cx="1395927" cy="26224"/>
          </a:xfrm>
        </p:grpSpPr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8EDB47A5-AC8A-AFC1-A90D-08E6AD98220B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18398A18-59B1-0581-B15B-49E76CC5337B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6" name="Immagine 5" descr="Immagine che contiene schermata, testo, quadrato, Policromia&#10;&#10;Descrizione generata automaticamente">
            <a:extLst>
              <a:ext uri="{FF2B5EF4-FFF2-40B4-BE49-F238E27FC236}">
                <a16:creationId xmlns:a16="http://schemas.microsoft.com/office/drawing/2014/main" id="{208863EA-FE49-8BE6-7A5F-BF50EE797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887" y="2781300"/>
            <a:ext cx="14430355" cy="429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76400" y="1785344"/>
            <a:ext cx="9448800" cy="1407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Principal Component Analysis (PCA)</a:t>
            </a:r>
          </a:p>
          <a:p>
            <a:pPr algn="l">
              <a:lnSpc>
                <a:spcPct val="150000"/>
              </a:lnSpc>
            </a:pPr>
            <a:r>
              <a:rPr lang="en-US" sz="32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K-Means Clustering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264" y="3628998"/>
            <a:ext cx="10210803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Goal: </a:t>
            </a:r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Importance of identifying </a:t>
            </a: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different discharge behaviors 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using PCA &amp; clustering.</a:t>
            </a:r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Apply PCA to extract </a:t>
            </a: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key features 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and K-means clustering for </a:t>
            </a: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grouping similar behaviors</a:t>
            </a:r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To analyze battery </a:t>
            </a: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discharge patterns 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and classify them into </a:t>
            </a: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different groups 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based on their characteristics.</a:t>
            </a:r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73307A21-6058-48BF-E48B-081BFA4E42CF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3442630F-25A6-F4AC-8861-1E85CFB10B71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87644A10-F250-7C5F-E23B-153C3A134B65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Immagine 11">
            <a:extLst>
              <a:ext uri="{FF2B5EF4-FFF2-40B4-BE49-F238E27FC236}">
                <a16:creationId xmlns:a16="http://schemas.microsoft.com/office/drawing/2014/main" id="{CC40ADCA-69BC-D83B-7404-899B13B38F7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99E6D10-3841-EF26-8626-FFDD64A93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39" name="TextBox 3">
            <a:extLst>
              <a:ext uri="{FF2B5EF4-FFF2-40B4-BE49-F238E27FC236}">
                <a16:creationId xmlns:a16="http://schemas.microsoft.com/office/drawing/2014/main" id="{F6A4ABFF-9EF3-1472-F238-0314088AFB18}"/>
              </a:ext>
            </a:extLst>
          </p:cNvPr>
          <p:cNvSpPr txBox="1"/>
          <p:nvPr/>
        </p:nvSpPr>
        <p:spPr>
          <a:xfrm>
            <a:off x="990600" y="25944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pic>
        <p:nvPicPr>
          <p:cNvPr id="1037" name="Picture 13" descr="What is the difference between LDA and PCA for dimensionality reduction?">
            <a:extLst>
              <a:ext uri="{FF2B5EF4-FFF2-40B4-BE49-F238E27FC236}">
                <a16:creationId xmlns:a16="http://schemas.microsoft.com/office/drawing/2014/main" id="{58207971-C804-4802-8EE7-6F5A586D8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5335" y="4259179"/>
            <a:ext cx="461962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0">
            <a:extLst>
              <a:ext uri="{FF2B5EF4-FFF2-40B4-BE49-F238E27FC236}">
                <a16:creationId xmlns:a16="http://schemas.microsoft.com/office/drawing/2014/main" id="{4E8BD490-0D6D-A531-0E38-4ECA3409BF21}"/>
              </a:ext>
            </a:extLst>
          </p:cNvPr>
          <p:cNvSpPr txBox="1"/>
          <p:nvPr/>
        </p:nvSpPr>
        <p:spPr>
          <a:xfrm>
            <a:off x="990600" y="6937389"/>
            <a:ext cx="9701784" cy="200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PCA is used to: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Reduce dimensionality 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while </a:t>
            </a: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preserving variance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.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Find patterns 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in </a:t>
            </a: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high-dimensional data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.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PCA transforms the dataset with correlated variables into </a:t>
            </a:r>
            <a:r>
              <a:rPr lang="en-US" sz="20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new uncorrelated features </a:t>
            </a:r>
            <a:r>
              <a:rPr lang="en-US" sz="20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(Principal Components).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190D-AB06-C713-0B82-4D62A182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0C875ACB-3920-C0A7-96A4-4F521E9DD654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11661AF-976E-F435-83A2-DE5E51BE945D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62C1BC3-976F-2934-9E28-E6CC1AF9E221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B3F4D64-71AC-B1BC-E4C0-6D0E793877A6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FBAC823-1C30-CD8A-6187-A5EBE415E99A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40F2A99-393C-91F9-5A20-E43FD4E9615E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7F757871-D84F-1846-CC87-61C2E98FC1AA}"/>
              </a:ext>
            </a:extLst>
          </p:cNvPr>
          <p:cNvSpPr txBox="1"/>
          <p:nvPr/>
        </p:nvSpPr>
        <p:spPr>
          <a:xfrm>
            <a:off x="1592423" y="1638445"/>
            <a:ext cx="9448800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Box Plots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5DA943F-D8D6-1570-4D86-22BEA055328B}"/>
              </a:ext>
            </a:extLst>
          </p:cNvPr>
          <p:cNvSpPr txBox="1"/>
          <p:nvPr/>
        </p:nvSpPr>
        <p:spPr>
          <a:xfrm>
            <a:off x="347561" y="2781300"/>
            <a:ext cx="4963071" cy="5696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The dataset contains battery </a:t>
            </a:r>
            <a:r>
              <a:rPr lang="en-US" sz="1600" b="1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discharge</a:t>
            </a: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 information for </a:t>
            </a:r>
            <a:r>
              <a:rPr lang="en-US" sz="1600" b="1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multiple trains</a:t>
            </a: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.</a:t>
            </a:r>
          </a:p>
          <a:p>
            <a:pPr algn="l">
              <a:lnSpc>
                <a:spcPts val="3234"/>
              </a:lnSpc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Features included: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16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Median Current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16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Median Voltage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16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Starting Voltage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16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Final Voltage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16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Discharging Time</a:t>
            </a:r>
          </a:p>
          <a:p>
            <a:pPr marL="342900" indent="-342900" algn="l">
              <a:lnSpc>
                <a:spcPts val="3234"/>
              </a:lnSpc>
              <a:buFont typeface="Arial" panose="020B0604020202020204" pitchFamily="34" charset="0"/>
              <a:buChar char="•"/>
            </a:pPr>
            <a:endParaRPr lang="en-US" sz="1600">
              <a:solidFill>
                <a:srgbClr val="155F5C"/>
              </a:solidFill>
              <a:latin typeface="K2D"/>
              <a:ea typeface="K2D"/>
              <a:cs typeface="K2D"/>
              <a:sym typeface="K2D"/>
            </a:endParaRPr>
          </a:p>
          <a:p>
            <a:pPr algn="l">
              <a:lnSpc>
                <a:spcPts val="3234"/>
              </a:lnSpc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Preprocessing steps: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Selected only discharging phases ("S").</a:t>
            </a:r>
          </a:p>
          <a:p>
            <a:pPr marL="800100" lvl="1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Standardized the data to ensure fair comparisons.</a:t>
            </a:r>
          </a:p>
          <a:p>
            <a:pPr algn="l">
              <a:lnSpc>
                <a:spcPts val="3234"/>
              </a:lnSpc>
            </a:pPr>
            <a:endParaRPr lang="en-US">
              <a:solidFill>
                <a:srgbClr val="155F5C"/>
              </a:solidFill>
              <a:latin typeface="K2D"/>
              <a:ea typeface="K2D"/>
              <a:cs typeface="K2D"/>
              <a:sym typeface="K2D"/>
            </a:endParaRPr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AA02BF79-8E12-5F17-3FF4-3DE6C7001EA4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34CA72F9-D2E2-9180-5EB6-D51555DB2862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0A82E010-1642-5C0D-B7D4-F31D0F659D33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Immagine 11">
            <a:extLst>
              <a:ext uri="{FF2B5EF4-FFF2-40B4-BE49-F238E27FC236}">
                <a16:creationId xmlns:a16="http://schemas.microsoft.com/office/drawing/2014/main" id="{AF062FD8-91B8-E446-D70B-49EAFB14F07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8512E1B-0265-24E3-21AF-31918BE25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39" name="TextBox 3">
            <a:extLst>
              <a:ext uri="{FF2B5EF4-FFF2-40B4-BE49-F238E27FC236}">
                <a16:creationId xmlns:a16="http://schemas.microsoft.com/office/drawing/2014/main" id="{87DF8C10-D230-78D4-8BE4-0CD6C62E8077}"/>
              </a:ext>
            </a:extLst>
          </p:cNvPr>
          <p:cNvSpPr txBox="1"/>
          <p:nvPr/>
        </p:nvSpPr>
        <p:spPr>
          <a:xfrm>
            <a:off x="990600" y="25944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pic>
        <p:nvPicPr>
          <p:cNvPr id="11" name="Picture 10" descr="A graph with different colored rectangles&#10;&#10;AI-generated content may be incorrect.">
            <a:extLst>
              <a:ext uri="{FF2B5EF4-FFF2-40B4-BE49-F238E27FC236}">
                <a16:creationId xmlns:a16="http://schemas.microsoft.com/office/drawing/2014/main" id="{BEEC5A47-8010-5878-F8CB-25B8720CD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632" y="1481026"/>
            <a:ext cx="12530239" cy="835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46AFB-A1C7-1F88-6B94-AFC46785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E59BC952-9BEC-8DF7-F587-7225B14EA680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737ED7F-EBAF-136D-A0E6-A82D8A44F1A8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8896997-90CC-CB60-2140-69C46FDEBB53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B0E96D5-543A-E107-0190-6631438B5650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79592C9-2311-BA73-9E95-8FCBD1F3C072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F36323A-F2AE-D46D-0836-F4A123CDD8DF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78A2AA9-AED5-2F52-4989-759D42F2C130}"/>
              </a:ext>
            </a:extLst>
          </p:cNvPr>
          <p:cNvSpPr txBox="1"/>
          <p:nvPr/>
        </p:nvSpPr>
        <p:spPr>
          <a:xfrm>
            <a:off x="10842451" y="2423875"/>
            <a:ext cx="6887199" cy="1583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Scatter plot Matrix of scaled features</a:t>
            </a:r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3EF3AD61-3C94-DD99-9D6F-EFDF9A19C14C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DB356ADD-3676-2826-0744-2B4723647723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8404CCB0-EC61-9183-BA4F-B35BA56C3D69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Immagine 11">
            <a:extLst>
              <a:ext uri="{FF2B5EF4-FFF2-40B4-BE49-F238E27FC236}">
                <a16:creationId xmlns:a16="http://schemas.microsoft.com/office/drawing/2014/main" id="{A47CBEC2-4FDE-8408-9058-B52AF22DB52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00BA5DA-9042-6BCF-14C6-4A737FAEB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F8854F6E-B07B-F978-5AD7-6C8439907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100"/>
            <a:ext cx="10287000" cy="102870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1CCF2096-931B-5EA2-746E-FAB08947DDDD}"/>
              </a:ext>
            </a:extLst>
          </p:cNvPr>
          <p:cNvSpPr txBox="1"/>
          <p:nvPr/>
        </p:nvSpPr>
        <p:spPr>
          <a:xfrm>
            <a:off x="10842451" y="1010705"/>
            <a:ext cx="8320865" cy="10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5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201896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A5E72-99B6-E41E-06F5-E47D4F57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B5418BE8-00FB-9934-A6F7-E77060FC6B45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EA31C38-9D77-2A61-F0A5-687596BF1FE3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F53E3E-E01E-9CF7-3472-6E6C8D68F300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DC47A54-68D6-BBB0-768A-A354648649E1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CE6BF0-9D78-7830-E2CD-F9BD55B670CC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41AA441-17C6-012F-2F5C-027F5CC06FE4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CBBFB7C-CB33-583C-B494-43012B59EF65}"/>
              </a:ext>
            </a:extLst>
          </p:cNvPr>
          <p:cNvSpPr txBox="1"/>
          <p:nvPr/>
        </p:nvSpPr>
        <p:spPr>
          <a:xfrm>
            <a:off x="990600" y="2103519"/>
            <a:ext cx="9448800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of PCA 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AA4085E-C797-F9D4-3475-8971408A5B24}"/>
              </a:ext>
            </a:extLst>
          </p:cNvPr>
          <p:cNvSpPr txBox="1"/>
          <p:nvPr/>
        </p:nvSpPr>
        <p:spPr>
          <a:xfrm>
            <a:off x="914400" y="4152900"/>
            <a:ext cx="7272439" cy="159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PVE (Proportion of Variance Explained) Plot:</a:t>
            </a:r>
          </a:p>
          <a:p>
            <a:pPr marL="342900" indent="-342900" algn="l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PC1 explains ~50% of variance.</a:t>
            </a:r>
          </a:p>
          <a:p>
            <a:pPr marL="342900" indent="-342900" algn="l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PC2 explains ~20% of variance.</a:t>
            </a:r>
          </a:p>
          <a:p>
            <a:pPr marL="342900" indent="-342900" algn="l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PC1 &amp; PC2 together explain ~70% of the dataset variation.</a:t>
            </a:r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FAAB2BFA-ABB1-7EA1-C1F9-D92E65843E8E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E5BD931B-6C3A-0ADA-D36A-DB303F8E1FBE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C873A535-621E-A52B-CFBE-17346BA88A6B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Immagine 11">
            <a:extLst>
              <a:ext uri="{FF2B5EF4-FFF2-40B4-BE49-F238E27FC236}">
                <a16:creationId xmlns:a16="http://schemas.microsoft.com/office/drawing/2014/main" id="{11F84EB3-B908-28B5-03BA-3691EAB7A09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F36CF80-CA9E-F654-0E0E-EE0B942E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39" name="TextBox 3">
            <a:extLst>
              <a:ext uri="{FF2B5EF4-FFF2-40B4-BE49-F238E27FC236}">
                <a16:creationId xmlns:a16="http://schemas.microsoft.com/office/drawing/2014/main" id="{7467F65B-3857-4C25-8462-7917D099212C}"/>
              </a:ext>
            </a:extLst>
          </p:cNvPr>
          <p:cNvSpPr txBox="1"/>
          <p:nvPr/>
        </p:nvSpPr>
        <p:spPr>
          <a:xfrm>
            <a:off x="990600" y="25944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pic>
        <p:nvPicPr>
          <p:cNvPr id="12" name="Picture 11" descr="A graph of a number of rectangular objects&#10;&#10;AI-generated content may be incorrect.">
            <a:extLst>
              <a:ext uri="{FF2B5EF4-FFF2-40B4-BE49-F238E27FC236}">
                <a16:creationId xmlns:a16="http://schemas.microsoft.com/office/drawing/2014/main" id="{21C5D7ED-85EE-18A3-6E1F-76198F11CD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784" y="2020938"/>
            <a:ext cx="10157816" cy="76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0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0D5FB-D54C-B4EA-9162-76B2355D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EB15ADA5-E884-3495-640F-C1A873837851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D3F9AFD-BC6A-A37D-A02B-150B061B7876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693F4AE-298D-B401-C67C-1D90828E3BD6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3184139-7642-0095-17A9-7A655E8E9585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7F22D7E-0437-5578-B18B-CD976300A0ED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041E2F4-D0AF-1803-48CC-A9F7FE385097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0F3689B-F2A5-F6B3-8F1E-F343ADED2F95}"/>
              </a:ext>
            </a:extLst>
          </p:cNvPr>
          <p:cNvSpPr txBox="1"/>
          <p:nvPr/>
        </p:nvSpPr>
        <p:spPr>
          <a:xfrm>
            <a:off x="990600" y="1248675"/>
            <a:ext cx="13792200" cy="1583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PCA Interpretation </a:t>
            </a:r>
          </a:p>
          <a:p>
            <a:pPr algn="l">
              <a:lnSpc>
                <a:spcPct val="150000"/>
              </a:lnSpc>
            </a:pPr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  <a:r>
              <a:rPr lang="en-US" sz="3600" b="1">
                <a:solidFill>
                  <a:srgbClr val="155F5C"/>
                </a:solidFill>
                <a:latin typeface="Poppins Bold"/>
                <a:cs typeface="Poppins Bold"/>
                <a:sym typeface="Poppins Bold"/>
              </a:rPr>
              <a:t>Loading plot) 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C07242F-D929-C13B-16B1-C3A7EA55AAEE}"/>
              </a:ext>
            </a:extLst>
          </p:cNvPr>
          <p:cNvSpPr txBox="1"/>
          <p:nvPr/>
        </p:nvSpPr>
        <p:spPr>
          <a:xfrm>
            <a:off x="1024288" y="4142039"/>
            <a:ext cx="4648200" cy="2156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Loading Plot:</a:t>
            </a:r>
          </a:p>
          <a:p>
            <a:pPr marL="342900" indent="-342900" algn="l">
              <a:lnSpc>
                <a:spcPts val="3234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PC1 is mostly influenced by Discharging Time &amp; Final Voltage.</a:t>
            </a:r>
          </a:p>
          <a:p>
            <a:pPr marL="342900" indent="-342900" algn="l">
              <a:lnSpc>
                <a:spcPts val="3234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PC2 is influenced by Median Current &amp; Starting Voltage.</a:t>
            </a:r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1DEE21D1-0A33-3783-F651-AA93C6BC26B1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DB16E32-356B-302A-5B7E-9D938BE74BB6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059EF49A-5A3A-C4FA-0942-E10E7E4EB521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Immagine 11">
            <a:extLst>
              <a:ext uri="{FF2B5EF4-FFF2-40B4-BE49-F238E27FC236}">
                <a16:creationId xmlns:a16="http://schemas.microsoft.com/office/drawing/2014/main" id="{9307CD32-CECB-E4EE-9F68-3E9AEB031E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FD9A8A-919B-5346-43DB-704A47BE3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39" name="TextBox 3">
            <a:extLst>
              <a:ext uri="{FF2B5EF4-FFF2-40B4-BE49-F238E27FC236}">
                <a16:creationId xmlns:a16="http://schemas.microsoft.com/office/drawing/2014/main" id="{465C7E7C-4404-1B42-8D37-58B9D8D79187}"/>
              </a:ext>
            </a:extLst>
          </p:cNvPr>
          <p:cNvSpPr txBox="1"/>
          <p:nvPr/>
        </p:nvSpPr>
        <p:spPr>
          <a:xfrm>
            <a:off x="990600" y="25944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pic>
        <p:nvPicPr>
          <p:cNvPr id="11" name="Picture 10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82CE65E5-BE77-11D5-A5AC-B78D464D0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100800"/>
            <a:ext cx="1143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4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4BC85-BACD-D742-D746-349DC607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AA438C18-D6E3-901A-4DCB-BE7ED6DEE9A3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3512EA0-26C8-5448-E2C5-18B56D48185A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B4AEACA-9962-89E9-0AE8-E2FBBBD8F696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28B956D-0248-88A3-4C6D-37D269E6AF47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3286557-D062-05E8-1754-B343DB5FD7C3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AC76F64-DC62-729B-7833-067FDC27E5A9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A2C5277-6196-4F38-98AD-4828770A6B6C}"/>
              </a:ext>
            </a:extLst>
          </p:cNvPr>
          <p:cNvSpPr txBox="1"/>
          <p:nvPr/>
        </p:nvSpPr>
        <p:spPr>
          <a:xfrm>
            <a:off x="990600" y="1248675"/>
            <a:ext cx="13792200" cy="1583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PCA Interpretation </a:t>
            </a:r>
          </a:p>
          <a:p>
            <a:pPr algn="l">
              <a:lnSpc>
                <a:spcPct val="150000"/>
              </a:lnSpc>
            </a:pPr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(Score Plot) 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E172AE9-869C-6B54-322A-58C26B01B967}"/>
              </a:ext>
            </a:extLst>
          </p:cNvPr>
          <p:cNvSpPr txBox="1"/>
          <p:nvPr/>
        </p:nvSpPr>
        <p:spPr>
          <a:xfrm>
            <a:off x="990600" y="3695700"/>
            <a:ext cx="6172200" cy="2310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4"/>
              </a:lnSpc>
              <a:spcAft>
                <a:spcPts val="1200"/>
              </a:spcAft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Score Plot with Loading Vectors:</a:t>
            </a:r>
          </a:p>
          <a:p>
            <a:pPr marL="342900" indent="-342900" algn="l">
              <a:lnSpc>
                <a:spcPts val="3234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Shows how observations (batteries) are distributed in the new PCA space.</a:t>
            </a:r>
          </a:p>
          <a:p>
            <a:pPr marL="342900" indent="-342900" algn="l">
              <a:lnSpc>
                <a:spcPts val="3234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Loading vectors indicate which variables contribute most to PC1 and PC2.</a:t>
            </a:r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771E7AB1-22D4-3BF1-DB3B-21DE0CDF410C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318ECBBF-EBE0-C7F6-D607-994FAF1BAEA8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2E0995E5-7B60-03A2-979C-86691F4004DA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Immagine 11">
            <a:extLst>
              <a:ext uri="{FF2B5EF4-FFF2-40B4-BE49-F238E27FC236}">
                <a16:creationId xmlns:a16="http://schemas.microsoft.com/office/drawing/2014/main" id="{1B194338-AD64-33FF-8828-9AA59364DB0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D0D55E-179B-F830-6775-8D57DF5B9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39" name="TextBox 3">
            <a:extLst>
              <a:ext uri="{FF2B5EF4-FFF2-40B4-BE49-F238E27FC236}">
                <a16:creationId xmlns:a16="http://schemas.microsoft.com/office/drawing/2014/main" id="{B1A75C32-9BA7-D0C5-9FAC-95F93AC3D76B}"/>
              </a:ext>
            </a:extLst>
          </p:cNvPr>
          <p:cNvSpPr txBox="1"/>
          <p:nvPr/>
        </p:nvSpPr>
        <p:spPr>
          <a:xfrm>
            <a:off x="990600" y="25944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pic>
        <p:nvPicPr>
          <p:cNvPr id="14" name="Picture 13" descr="A graph with colored dots and lines&#10;&#10;AI-generated content may be incorrect.">
            <a:extLst>
              <a:ext uri="{FF2B5EF4-FFF2-40B4-BE49-F238E27FC236}">
                <a16:creationId xmlns:a16="http://schemas.microsoft.com/office/drawing/2014/main" id="{A86AF09E-FD1D-C830-B303-77E42F6E24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929" y="2315385"/>
            <a:ext cx="9910262" cy="74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6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D2BE-6642-0D68-FF34-E72947BE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A3EDE9B-F086-8BF1-D7D1-98F5B6B0C232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4D5F852-B9A0-5BEE-85A1-0609E88C245C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9E7084-E9C0-8C7E-0D90-23E0FAF439E7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AF81CA7-7A90-3D47-63C1-B876B543FF17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5AB92DB-9088-FFCB-C533-353024CE9B9E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4C148F7-43D8-1ECA-ECBB-C43E375F250C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7D45FC7-2B6A-E544-2AB8-0F4B7F567655}"/>
              </a:ext>
            </a:extLst>
          </p:cNvPr>
          <p:cNvSpPr txBox="1"/>
          <p:nvPr/>
        </p:nvSpPr>
        <p:spPr>
          <a:xfrm>
            <a:off x="990600" y="1248675"/>
            <a:ext cx="13792200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K-Means Clustering on PCs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2D552DB-8750-D5F0-F036-AEE05C3F1959}"/>
              </a:ext>
            </a:extLst>
          </p:cNvPr>
          <p:cNvSpPr txBox="1"/>
          <p:nvPr/>
        </p:nvSpPr>
        <p:spPr>
          <a:xfrm>
            <a:off x="990600" y="3695700"/>
            <a:ext cx="6553200" cy="2721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3234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Clustering is applied </a:t>
            </a:r>
            <a:r>
              <a:rPr lang="en-US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to principal components </a:t>
            </a: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to find </a:t>
            </a:r>
            <a:r>
              <a:rPr lang="en-US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groups of similar battery behaviors</a:t>
            </a: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.</a:t>
            </a:r>
          </a:p>
          <a:p>
            <a:pPr marL="285750" indent="-285750" algn="l">
              <a:lnSpc>
                <a:spcPts val="3234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K-means clustering groups observations </a:t>
            </a:r>
            <a:r>
              <a:rPr lang="en-US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into K clusters based on their similarity</a:t>
            </a: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.</a:t>
            </a:r>
          </a:p>
          <a:p>
            <a:pPr marL="285750" indent="-285750" algn="l">
              <a:lnSpc>
                <a:spcPts val="3234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Elbow Method is used to determine the optimal number of clusters (k).</a:t>
            </a:r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314A781F-6B03-7A92-4FCA-5A0C51824123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68A72958-99F8-C068-DA03-FCCEA072A744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D71FD9DB-BF49-8A13-4025-283381E58536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Immagine 11">
            <a:extLst>
              <a:ext uri="{FF2B5EF4-FFF2-40B4-BE49-F238E27FC236}">
                <a16:creationId xmlns:a16="http://schemas.microsoft.com/office/drawing/2014/main" id="{D18C2254-3DB5-CB5F-E1BF-C38C6B5D93E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B505B9E-BD38-3124-BA74-4B3CFAA9F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39" name="TextBox 3">
            <a:extLst>
              <a:ext uri="{FF2B5EF4-FFF2-40B4-BE49-F238E27FC236}">
                <a16:creationId xmlns:a16="http://schemas.microsoft.com/office/drawing/2014/main" id="{09218907-0CF8-C14E-2CD5-F148F459AD14}"/>
              </a:ext>
            </a:extLst>
          </p:cNvPr>
          <p:cNvSpPr txBox="1"/>
          <p:nvPr/>
        </p:nvSpPr>
        <p:spPr>
          <a:xfrm>
            <a:off x="990600" y="25944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pic>
        <p:nvPicPr>
          <p:cNvPr id="11" name="Picture 10" descr="A graph of a number of clusters&#10;&#10;AI-generated content may be incorrect.">
            <a:extLst>
              <a:ext uri="{FF2B5EF4-FFF2-40B4-BE49-F238E27FC236}">
                <a16:creationId xmlns:a16="http://schemas.microsoft.com/office/drawing/2014/main" id="{27936DDA-07BF-3EA6-A698-F4DC32330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537" y="3543300"/>
            <a:ext cx="7620000" cy="5715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441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1B456-C5E8-6FA3-77DD-D298AB15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8B89160-D984-B56E-A9C4-85CAC0467795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7358225-1706-0376-F925-7BBB133285F9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7CBEA12-2E56-C81B-36D4-A45513BDE50B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9776E48-4BAA-6820-3645-90E6E7F5C8B7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AF6F9E-0CD0-F215-7A14-9589ADA7C73E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14DFD4B-22D0-7029-1A40-7F4AAB98F752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7112DF4F-13C9-AF85-B5E6-055AD47B42F3}"/>
              </a:ext>
            </a:extLst>
          </p:cNvPr>
          <p:cNvSpPr txBox="1"/>
          <p:nvPr/>
        </p:nvSpPr>
        <p:spPr>
          <a:xfrm>
            <a:off x="990600" y="1597104"/>
            <a:ext cx="137922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K-Means Clustering Results</a:t>
            </a:r>
          </a:p>
          <a:p>
            <a:pPr algn="l"/>
            <a:r>
              <a:rPr lang="en-US" sz="36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&amp; Interpretations of Clusters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AC34EC-6380-DD0F-F0D4-29EA704818A2}"/>
              </a:ext>
            </a:extLst>
          </p:cNvPr>
          <p:cNvSpPr txBox="1"/>
          <p:nvPr/>
        </p:nvSpPr>
        <p:spPr>
          <a:xfrm>
            <a:off x="914400" y="3416422"/>
            <a:ext cx="6553200" cy="424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K=2 was chosen as the optimal number of clusters.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The clusters are visualized in the space of PC1 vs. PC2.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>
              <a:solidFill>
                <a:srgbClr val="155F5C"/>
              </a:solidFill>
              <a:latin typeface="K2D"/>
              <a:ea typeface="K2D"/>
              <a:cs typeface="K2D"/>
              <a:sym typeface="K2D"/>
            </a:endParaRPr>
          </a:p>
          <a:p>
            <a:pPr algn="l">
              <a:spcAft>
                <a:spcPts val="1200"/>
              </a:spcAft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Each cluster represents a different type of battery discharge behavior:</a:t>
            </a:r>
          </a:p>
          <a:p>
            <a:pPr algn="l">
              <a:spcAft>
                <a:spcPts val="1200"/>
              </a:spcAft>
            </a:pPr>
            <a:endParaRPr lang="en-US" sz="1600">
              <a:solidFill>
                <a:srgbClr val="155F5C"/>
              </a:solidFill>
              <a:latin typeface="K2D"/>
              <a:ea typeface="K2D"/>
              <a:cs typeface="K2D"/>
              <a:sym typeface="K2D"/>
            </a:endParaRPr>
          </a:p>
          <a:p>
            <a:pPr algn="l">
              <a:spcAft>
                <a:spcPts val="1200"/>
              </a:spcAft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Cluster 1 (Blue):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High discharge intensity</a:t>
            </a: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, short discharge duration.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Batteries under heavy load, possibly in start-up phases.</a:t>
            </a:r>
          </a:p>
          <a:p>
            <a:pPr algn="l">
              <a:spcAft>
                <a:spcPts val="1200"/>
              </a:spcAft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Cluster 2 (Red):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u="sng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Low discharge intensity </a:t>
            </a: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and medium discharge duration.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55F5C"/>
                </a:solidFill>
                <a:latin typeface="K2D"/>
                <a:ea typeface="K2D"/>
                <a:cs typeface="K2D"/>
                <a:sym typeface="K2D"/>
              </a:rPr>
              <a:t>Represents normal operational behavior.</a:t>
            </a:r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01C05093-21B8-3DAD-6BD1-86E341C6FA18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12D22010-1373-04F7-3AA0-EF1344C442D3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0F361EE5-4135-ED5D-26E7-C0FAF221882B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Immagine 11">
            <a:extLst>
              <a:ext uri="{FF2B5EF4-FFF2-40B4-BE49-F238E27FC236}">
                <a16:creationId xmlns:a16="http://schemas.microsoft.com/office/drawing/2014/main" id="{D1A11FBD-6A9A-CE7B-A60F-38557482F09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F9907DC-4CA2-DCD3-2E41-A96DB6B57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39" name="TextBox 3">
            <a:extLst>
              <a:ext uri="{FF2B5EF4-FFF2-40B4-BE49-F238E27FC236}">
                <a16:creationId xmlns:a16="http://schemas.microsoft.com/office/drawing/2014/main" id="{6F3C8195-577E-BF32-58F0-B15A9ED9578B}"/>
              </a:ext>
            </a:extLst>
          </p:cNvPr>
          <p:cNvSpPr txBox="1"/>
          <p:nvPr/>
        </p:nvSpPr>
        <p:spPr>
          <a:xfrm>
            <a:off x="990600" y="259448"/>
            <a:ext cx="832086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pic>
        <p:nvPicPr>
          <p:cNvPr id="11" name="Picture 10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B5AD1FC9-0B42-37AA-6928-E7ACD2BC4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220" y="2231136"/>
            <a:ext cx="9720364" cy="72902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433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5969-237D-DEBA-526D-085A5569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EB0BA1-11E5-E789-4455-8171C61109A8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B2FCE75-9328-C80A-FA20-1EF2BA1EB170}"/>
              </a:ext>
            </a:extLst>
          </p:cNvPr>
          <p:cNvSpPr txBox="1"/>
          <p:nvPr/>
        </p:nvSpPr>
        <p:spPr>
          <a:xfrm>
            <a:off x="609444" y="952500"/>
            <a:ext cx="9106184" cy="2249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STATISTICAL PROCESS CONTROL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06EEEC2-CEA8-44D2-B81A-620B5CCB8963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84D67CE-F38A-473C-3CE7-141A34017629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C2B12BD-512D-001E-3822-054CEBE64EA8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5782200-04A3-92E9-8034-391D7495111B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0219CF7-1615-427B-D07B-0153FFD3B749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C7A9A19-98E0-F260-F61B-A5524C5860DD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71F9EBF2-0A02-F987-3815-00405CA8D4B1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A338E74C-D428-7CC7-D88B-CC039FE27DE5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A1D82A1E-8562-73C6-D7FA-3955DBD30655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A3EA3BFC-2B7D-06F0-DFA1-EF08B34B2C0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7819813-3BA8-0F78-18B7-90A0EE96F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pic>
        <p:nvPicPr>
          <p:cNvPr id="15" name="Immagine 14" descr="Immagine che contiene design, Rettangolo, Elementi grafici, linea&#10;&#10;Descrizione generata automaticamente">
            <a:extLst>
              <a:ext uri="{FF2B5EF4-FFF2-40B4-BE49-F238E27FC236}">
                <a16:creationId xmlns:a16="http://schemas.microsoft.com/office/drawing/2014/main" id="{3034467A-E505-02F6-3C5C-8AA4712AA4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7211" y="1307689"/>
            <a:ext cx="5351345" cy="336434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C3BC5CA-3473-1219-9E6B-9E9D25C5DF6B}"/>
              </a:ext>
            </a:extLst>
          </p:cNvPr>
          <p:cNvSpPr txBox="1"/>
          <p:nvPr/>
        </p:nvSpPr>
        <p:spPr>
          <a:xfrm>
            <a:off x="693271" y="4619817"/>
            <a:ext cx="415930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Process</a:t>
            </a:r>
            <a:r>
              <a:rPr lang="it-IT" sz="2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Control Charts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Defects</a:t>
            </a:r>
            <a:r>
              <a:rPr lang="it-IT" sz="2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&amp; </a:t>
            </a:r>
            <a:r>
              <a:rPr lang="it-IT" sz="2000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Nonconformities</a:t>
            </a:r>
            <a:endParaRPr lang="it-IT" sz="20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Sampling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489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DA5A5-4651-2620-9FDC-1D1C3BC4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240448-72FA-0960-1E49-EEBE17E7C22B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E6FEA1B9-0C0E-D2C4-B5C1-713D0DE2E64E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5C62B5C-96CD-0489-262F-53EFF6C77291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C20976-6C2A-7C83-639E-B14DCD2AC4C6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BBF9706-3FE6-FD56-DC6B-C49F4035BB06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1D2C820-CE02-BF14-B7EE-F9DDA862F76E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E442FE1-0FBD-38D8-55A5-CFFC50FB9A7C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170B68BD-FBAE-E5A3-82BB-1771ABEB86DF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EC45ED6A-F2FA-942C-823F-893369030F22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9095513E-5BBD-95AD-2961-0F550422754A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225A35B1-95B3-3A7C-39E9-DF98326B9B1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AD3F5DD-8E05-259A-9537-7C2D841FA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1D3AFCC-7C33-3E90-9DF5-4B732880870F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52BA51-438A-5210-AF19-F2C24C9B6002}"/>
              </a:ext>
            </a:extLst>
          </p:cNvPr>
          <p:cNvSpPr txBox="1"/>
          <p:nvPr/>
        </p:nvSpPr>
        <p:spPr>
          <a:xfrm>
            <a:off x="636626" y="859045"/>
            <a:ext cx="11218205" cy="3496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MULTIVARIATE SPC: </a:t>
            </a:r>
          </a:p>
          <a:p>
            <a:pPr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6400" b="1" baseline="30000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400" b="1" err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CoDa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CONTROL CHARTS</a:t>
            </a:r>
          </a:p>
          <a:p>
            <a:pPr algn="l">
              <a:lnSpc>
                <a:spcPts val="8959"/>
              </a:lnSpc>
            </a:pPr>
            <a:endParaRPr lang="en-US" sz="6400" b="1">
              <a:solidFill>
                <a:srgbClr val="155F5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002EA93-1515-11FB-A30E-1C52F90C76E9}"/>
              </a:ext>
            </a:extLst>
          </p:cNvPr>
          <p:cNvSpPr txBox="1"/>
          <p:nvPr/>
        </p:nvSpPr>
        <p:spPr>
          <a:xfrm>
            <a:off x="728283" y="3843192"/>
            <a:ext cx="8512821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err="1">
                <a:solidFill>
                  <a:srgbClr val="135C5A"/>
                </a:solidFill>
                <a:latin typeface="K2D"/>
                <a:cs typeface="K2D"/>
              </a:rPr>
              <a:t>Creation</a:t>
            </a:r>
            <a:r>
              <a:rPr lang="it-IT" sz="2000">
                <a:solidFill>
                  <a:srgbClr val="135C5A"/>
                </a:solidFill>
                <a:latin typeface="K2D"/>
                <a:cs typeface="K2D"/>
              </a:rPr>
              <a:t> of a dataset with the </a:t>
            </a:r>
            <a:r>
              <a:rPr lang="it-IT" sz="2000" err="1">
                <a:solidFill>
                  <a:srgbClr val="135C5A"/>
                </a:solidFill>
                <a:latin typeface="K2D"/>
                <a:cs typeface="K2D"/>
              </a:rPr>
              <a:t>median</a:t>
            </a:r>
            <a:r>
              <a:rPr lang="it-IT" sz="2000">
                <a:solidFill>
                  <a:srgbClr val="135C5A"/>
                </a:solidFill>
                <a:latin typeface="K2D"/>
                <a:cs typeface="K2D"/>
              </a:rPr>
              <a:t> powers of the </a:t>
            </a:r>
            <a:r>
              <a:rPr lang="it-IT" sz="2000" err="1">
                <a:solidFill>
                  <a:srgbClr val="135C5A"/>
                </a:solidFill>
                <a:latin typeface="K2D"/>
                <a:cs typeface="K2D"/>
              </a:rPr>
              <a:t>train</a:t>
            </a:r>
            <a:r>
              <a:rPr lang="it-IT" sz="2000">
                <a:solidFill>
                  <a:srgbClr val="135C5A"/>
                </a:solidFill>
                <a:latin typeface="K2D"/>
                <a:cs typeface="K2D"/>
              </a:rPr>
              <a:t> 1 for </a:t>
            </a:r>
            <a:r>
              <a:rPr lang="it-IT" sz="2000" err="1">
                <a:solidFill>
                  <a:srgbClr val="135C5A"/>
                </a:solidFill>
                <a:latin typeface="K2D"/>
                <a:cs typeface="K2D"/>
              </a:rPr>
              <a:t>every</a:t>
            </a:r>
            <a:r>
              <a:rPr lang="it-IT" sz="2000">
                <a:solidFill>
                  <a:srgbClr val="135C5A"/>
                </a:solidFill>
                <a:latin typeface="K2D"/>
                <a:cs typeface="K2D"/>
              </a:rPr>
              <a:t> </a:t>
            </a:r>
            <a:r>
              <a:rPr lang="it-IT" sz="2000" err="1">
                <a:solidFill>
                  <a:srgbClr val="135C5A"/>
                </a:solidFill>
                <a:latin typeface="K2D"/>
                <a:cs typeface="K2D"/>
              </a:rPr>
              <a:t>discharge</a:t>
            </a:r>
            <a:r>
              <a:rPr lang="it-IT" sz="2000">
                <a:solidFill>
                  <a:srgbClr val="135C5A"/>
                </a:solidFill>
                <a:latin typeface="K2D"/>
                <a:cs typeface="K2D"/>
              </a:rPr>
              <a:t> </a:t>
            </a:r>
            <a:r>
              <a:rPr lang="it-IT" sz="2000" err="1">
                <a:solidFill>
                  <a:srgbClr val="135C5A"/>
                </a:solidFill>
                <a:latin typeface="K2D"/>
                <a:cs typeface="K2D"/>
              </a:rPr>
              <a:t>phase</a:t>
            </a:r>
            <a:r>
              <a:rPr lang="it-IT" sz="2000">
                <a:solidFill>
                  <a:srgbClr val="135C5A"/>
                </a:solidFill>
                <a:latin typeface="K2D"/>
                <a:cs typeface="K2D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>
                <a:solidFill>
                  <a:srgbClr val="135C5A"/>
                </a:solidFill>
                <a:latin typeface="K2D"/>
                <a:cs typeface="K2D"/>
              </a:rPr>
              <a:t>Dataset split in PHASE I(80%) and PHASE II(20%);</a:t>
            </a:r>
            <a:endParaRPr lang="en-US" sz="20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35C5A"/>
                </a:solidFill>
                <a:latin typeface="K2D"/>
                <a:cs typeface="K2D"/>
              </a:rPr>
              <a:t>Compositional Data Transformation to make a multivariate process control;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35C5A"/>
                </a:solidFill>
                <a:latin typeface="K2D"/>
                <a:cs typeface="K2D"/>
              </a:rPr>
              <a:t>Application of control charts on train 1;</a:t>
            </a:r>
            <a:endParaRPr lang="en-US" sz="20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35C5A"/>
                </a:solidFill>
                <a:latin typeface="K2D"/>
                <a:cs typeface="K2D"/>
              </a:rPr>
              <a:t>Evaluation of the model on train 15;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pic>
        <p:nvPicPr>
          <p:cNvPr id="19" name="Immagine 18" descr="Immagine che contiene schermata&#10;&#10;Descrizione generata automaticamente">
            <a:extLst>
              <a:ext uri="{FF2B5EF4-FFF2-40B4-BE49-F238E27FC236}">
                <a16:creationId xmlns:a16="http://schemas.microsoft.com/office/drawing/2014/main" id="{FB10DA01-7E83-BCF4-A74F-092AC80E8D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845" y="2981590"/>
            <a:ext cx="6549818" cy="6549818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003AAAB-E967-B530-6A75-7FB7809EF756}"/>
              </a:ext>
            </a:extLst>
          </p:cNvPr>
          <p:cNvSpPr txBox="1"/>
          <p:nvPr/>
        </p:nvSpPr>
        <p:spPr>
          <a:xfrm>
            <a:off x="10608658" y="9338209"/>
            <a:ext cx="5534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i="1" err="1">
                <a:solidFill>
                  <a:srgbClr val="135C5A"/>
                </a:solidFill>
              </a:rPr>
              <a:t>Example</a:t>
            </a:r>
            <a:r>
              <a:rPr lang="it-IT" sz="2000" i="1">
                <a:solidFill>
                  <a:srgbClr val="135C5A"/>
                </a:solidFill>
              </a:rPr>
              <a:t> of </a:t>
            </a:r>
            <a:r>
              <a:rPr lang="it-IT" sz="2000" i="1" err="1">
                <a:solidFill>
                  <a:srgbClr val="135C5A"/>
                </a:solidFill>
              </a:rPr>
              <a:t>Compositional</a:t>
            </a:r>
            <a:r>
              <a:rPr lang="it-IT" sz="2000" i="1">
                <a:solidFill>
                  <a:srgbClr val="135C5A"/>
                </a:solidFill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47407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CA344-F9F5-B978-AB68-3A5A76FF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E9C352-89D8-CBCA-F77E-86D1523E2002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C5FAA0C-FE19-1AF3-F698-80B44EABB6DC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7008484-8E08-03D7-FE21-D7099D7A0C77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E98E17D-F20C-2ECF-2C86-69FA2C668481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83B9CDF-4702-CEE8-6DB1-0544633DF968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F60D7FA-2BCC-A385-ED66-AF3D30507214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CE7CF20-EA80-FEC7-E380-312119A37286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D8BDE4D9-2995-FC18-4B98-44DA084F5B57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D9E3269-6F3A-DD47-095C-4A02C76B7BDC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31E37BFC-073B-8220-A157-F5E187437110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DB3FC7AD-CBFB-9676-E1E0-22F0EDF5AD3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978AF0-0574-C1F5-5C85-CCAB1B4DE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C2FAF00-2EE2-14E1-FC77-388C1419C644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4A24336-CC3B-D517-1BAF-BC637DAC2E31}"/>
              </a:ext>
            </a:extLst>
          </p:cNvPr>
          <p:cNvSpPr txBox="1"/>
          <p:nvPr/>
        </p:nvSpPr>
        <p:spPr>
          <a:xfrm>
            <a:off x="552981" y="901681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6400" b="1" baseline="30000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400" b="1" err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CoDa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CONTROL CHARTS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4B3A9F0-F3F5-9F8A-4A17-2DE3AA6558B8}"/>
              </a:ext>
            </a:extLst>
          </p:cNvPr>
          <p:cNvSpPr txBox="1"/>
          <p:nvPr/>
        </p:nvSpPr>
        <p:spPr>
          <a:xfrm>
            <a:off x="636627" y="3275092"/>
            <a:ext cx="6047394" cy="57246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800" b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PHASE I: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Data processing: </a:t>
            </a:r>
            <a:r>
              <a:rPr lang="it-IT" err="1">
                <a:solidFill>
                  <a:srgbClr val="135C5A"/>
                </a:solidFill>
                <a:latin typeface="K2D"/>
                <a:cs typeface="K2D"/>
              </a:rPr>
              <a:t>taking</a:t>
            </a: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 the </a:t>
            </a:r>
            <a:r>
              <a:rPr lang="it-IT" err="1">
                <a:solidFill>
                  <a:srgbClr val="135C5A"/>
                </a:solidFill>
                <a:latin typeface="K2D"/>
                <a:cs typeface="K2D"/>
              </a:rPr>
              <a:t>median</a:t>
            </a: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 power of the </a:t>
            </a:r>
            <a:r>
              <a:rPr lang="it-IT" err="1">
                <a:solidFill>
                  <a:srgbClr val="135C5A"/>
                </a:solidFill>
                <a:latin typeface="K2D"/>
                <a:cs typeface="K2D"/>
              </a:rPr>
              <a:t>batteries</a:t>
            </a: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 of train_1 for </a:t>
            </a:r>
            <a:r>
              <a:rPr lang="it-IT" err="1">
                <a:solidFill>
                  <a:srgbClr val="135C5A"/>
                </a:solidFill>
                <a:latin typeface="K2D"/>
                <a:cs typeface="K2D"/>
              </a:rPr>
              <a:t>every</a:t>
            </a: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 </a:t>
            </a:r>
            <a:r>
              <a:rPr lang="it-IT" err="1">
                <a:solidFill>
                  <a:srgbClr val="135C5A"/>
                </a:solidFill>
                <a:latin typeface="K2D"/>
                <a:cs typeface="K2D"/>
              </a:rPr>
              <a:t>discharge</a:t>
            </a: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 </a:t>
            </a:r>
            <a:r>
              <a:rPr lang="it-IT" err="1">
                <a:solidFill>
                  <a:srgbClr val="135C5A"/>
                </a:solidFill>
                <a:latin typeface="K2D"/>
                <a:cs typeface="K2D"/>
              </a:rPr>
              <a:t>phase</a:t>
            </a: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Compositional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Data 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Transformation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with «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acomp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» and «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ilr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» 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functions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of R;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Calculation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of sample 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mean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and 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covariance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matrix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Computation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of T</a:t>
            </a:r>
            <a:r>
              <a:rPr lang="it-IT" baseline="30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2 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for 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every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observation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Definition of Upper Control Limits;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Identification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of </a:t>
            </a:r>
            <a:r>
              <a:rPr lang="it-IT" err="1">
                <a:solidFill>
                  <a:srgbClr val="C00000"/>
                </a:solidFill>
                <a:latin typeface="K2D" panose="020B0604020202020204" charset="-34"/>
                <a:cs typeface="K2D" panose="020B0604020202020204" charset="-34"/>
              </a:rPr>
              <a:t>anomalous</a:t>
            </a:r>
            <a:r>
              <a:rPr lang="it-IT">
                <a:solidFill>
                  <a:srgbClr val="C00000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it-IT" err="1">
                <a:solidFill>
                  <a:srgbClr val="C00000"/>
                </a:solidFill>
                <a:latin typeface="K2D" panose="020B0604020202020204" charset="-34"/>
                <a:cs typeface="K2D" panose="020B0604020202020204" charset="-34"/>
              </a:rPr>
              <a:t>values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solidFill>
                  <a:srgbClr val="135C5A"/>
                </a:solidFill>
                <a:latin typeface="K2D"/>
                <a:cs typeface="K2D"/>
              </a:rPr>
              <a:t>Elimination</a:t>
            </a: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 of </a:t>
            </a:r>
            <a:r>
              <a:rPr lang="it-IT" err="1">
                <a:solidFill>
                  <a:srgbClr val="C00000"/>
                </a:solidFill>
                <a:latin typeface="K2D"/>
                <a:cs typeface="K2D"/>
              </a:rPr>
              <a:t>anomalous</a:t>
            </a:r>
            <a:r>
              <a:rPr lang="it-IT">
                <a:solidFill>
                  <a:srgbClr val="C00000"/>
                </a:solidFill>
                <a:latin typeface="K2D"/>
                <a:cs typeface="K2D"/>
              </a:rPr>
              <a:t> </a:t>
            </a:r>
            <a:r>
              <a:rPr lang="it-IT" err="1">
                <a:solidFill>
                  <a:srgbClr val="C00000"/>
                </a:solidFill>
                <a:latin typeface="K2D"/>
                <a:cs typeface="K2D"/>
              </a:rPr>
              <a:t>values</a:t>
            </a:r>
            <a:r>
              <a:rPr lang="it-IT">
                <a:solidFill>
                  <a:srgbClr val="135C5A"/>
                </a:solidFill>
                <a:latin typeface="K2D"/>
                <a:cs typeface="K2D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Re-</a:t>
            </a:r>
            <a:r>
              <a:rPr lang="it-IT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evaluation</a:t>
            </a:r>
            <a:r>
              <a:rPr lang="it-IT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of the Control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pic>
        <p:nvPicPr>
          <p:cNvPr id="15" name="Immagine 14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48A92C22-F597-AF82-7321-4B9B78A94A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761" y="2212836"/>
            <a:ext cx="8452439" cy="7202827"/>
          </a:xfrm>
          <a:prstGeom prst="rect">
            <a:avLst/>
          </a:prstGeom>
        </p:spPr>
      </p:pic>
      <p:sp>
        <p:nvSpPr>
          <p:cNvPr id="16" name="Ovale 15">
            <a:extLst>
              <a:ext uri="{FF2B5EF4-FFF2-40B4-BE49-F238E27FC236}">
                <a16:creationId xmlns:a16="http://schemas.microsoft.com/office/drawing/2014/main" id="{AD38915A-C7E2-B82B-D113-8309CD076D1F}"/>
              </a:ext>
            </a:extLst>
          </p:cNvPr>
          <p:cNvSpPr/>
          <p:nvPr/>
        </p:nvSpPr>
        <p:spPr>
          <a:xfrm>
            <a:off x="13821197" y="3275092"/>
            <a:ext cx="1408014" cy="15720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294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D97E-50B1-4B4B-CFFE-4BD5364B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C898BE-9CA0-D264-5ADF-8C3C4AFFC8B0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EFB4FC3-A5A7-C9F8-0763-5EC13601D9E8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4CE14FF-8784-E4E2-98FA-58826B9F95C4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5AA7304-4229-58AA-E54B-99599936BCE2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71FBEDE-EF56-91DF-8CB0-6AC2DC405D13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3584804-3B3A-8A20-DFA4-B010297B7C01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F22A2FD-AA10-9098-ADAA-BA063DE73304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30A60078-9F0F-1F50-3731-F17F67B53EDA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76568C6-AAE1-87F5-7390-8668F42D1A88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BC1CD88E-0A55-46D2-790C-9033ADDC57DA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6052AEA3-73A7-6BC8-E9F4-D57C837CFC6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99BCC1C-85F4-B124-E24E-A7FF56DF8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7ABB0A-9A2B-8F05-F211-68231184E11A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51CEC7E-2393-C862-869A-946A6D715C70}"/>
              </a:ext>
            </a:extLst>
          </p:cNvPr>
          <p:cNvSpPr txBox="1"/>
          <p:nvPr/>
        </p:nvSpPr>
        <p:spPr>
          <a:xfrm>
            <a:off x="552981" y="901681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6400" b="1" baseline="30000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400" b="1" err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CoDa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CONTROL CHARTS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AA80714-8B1F-8EFD-5EFC-7E924EB49683}"/>
              </a:ext>
            </a:extLst>
          </p:cNvPr>
          <p:cNvSpPr txBox="1"/>
          <p:nvPr/>
        </p:nvSpPr>
        <p:spPr>
          <a:xfrm>
            <a:off x="636627" y="3275092"/>
            <a:ext cx="6047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pic>
        <p:nvPicPr>
          <p:cNvPr id="6" name="Immagine 5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E20FB923-FE5A-3F00-E997-3A3F6783E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12" y="2932307"/>
            <a:ext cx="7234280" cy="6164760"/>
          </a:xfrm>
          <a:prstGeom prst="rect">
            <a:avLst/>
          </a:prstGeom>
        </p:spPr>
      </p:pic>
      <p:pic>
        <p:nvPicPr>
          <p:cNvPr id="17" name="Immagine 16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CA0267C9-F720-BFF0-4A23-BFC068F42A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248" y="2935507"/>
            <a:ext cx="7129767" cy="6075699"/>
          </a:xfrm>
          <a:prstGeom prst="rect">
            <a:avLst/>
          </a:prstGeom>
        </p:spPr>
      </p:pic>
      <p:sp>
        <p:nvSpPr>
          <p:cNvPr id="20" name="Ovale 19">
            <a:extLst>
              <a:ext uri="{FF2B5EF4-FFF2-40B4-BE49-F238E27FC236}">
                <a16:creationId xmlns:a16="http://schemas.microsoft.com/office/drawing/2014/main" id="{41D1A9D0-5092-AB7E-A9E0-AB40C856FA6F}"/>
              </a:ext>
            </a:extLst>
          </p:cNvPr>
          <p:cNvSpPr/>
          <p:nvPr/>
        </p:nvSpPr>
        <p:spPr>
          <a:xfrm>
            <a:off x="6796561" y="3736757"/>
            <a:ext cx="924956" cy="8465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4F0A6DD2-4056-7749-48D8-568C15B48FBB}"/>
              </a:ext>
            </a:extLst>
          </p:cNvPr>
          <p:cNvSpPr/>
          <p:nvPr/>
        </p:nvSpPr>
        <p:spPr>
          <a:xfrm>
            <a:off x="15290358" y="4855559"/>
            <a:ext cx="553831" cy="5236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D43FFD7E-0ADF-52A8-5F72-1AE578C938E2}"/>
              </a:ext>
            </a:extLst>
          </p:cNvPr>
          <p:cNvSpPr/>
          <p:nvPr/>
        </p:nvSpPr>
        <p:spPr>
          <a:xfrm>
            <a:off x="15425759" y="3493189"/>
            <a:ext cx="924956" cy="8465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951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26605-AA5D-7FF0-EEBD-4767DB54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78F4FB-C1E7-E5DC-BFD9-D6CAA7C64EB2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5598ED8-FFE6-ACCF-26A7-B80A7AFB4F77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B7AB1CC-CDEF-B7BB-D1F7-CFD3A1265062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5709EFF-CD21-BDAB-842B-D7969F29C728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187BA03-11B1-79ED-2FA0-3B1EE5D9DD59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0CFF1D1-B419-95F3-1805-8F2476AC04B9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5AE7D9F-9FC6-33E6-004D-EB046C27EC60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3F4C7078-F2A4-FC8A-BB85-D67442A98288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0B405A7-022E-DB6D-3E9E-AF59938CD94C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A852E76A-7BB5-71B9-6330-7A4DBF79BFC9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7EE8F89E-9D9B-C890-9D6B-B3664F49371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330B7E-2EC2-EA0C-19D8-8FD7A6D2B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88876-4A6B-B93A-1530-175632F711A9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B4623F-AD8C-4BA1-DC87-7DF1A75F8494}"/>
              </a:ext>
            </a:extLst>
          </p:cNvPr>
          <p:cNvSpPr txBox="1"/>
          <p:nvPr/>
        </p:nvSpPr>
        <p:spPr>
          <a:xfrm>
            <a:off x="552981" y="901681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6400" b="1" baseline="30000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400" b="1" err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CoDa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CONTROL CHARTS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6611A5-BB8D-F5C9-A7D4-4F5458644707}"/>
              </a:ext>
            </a:extLst>
          </p:cNvPr>
          <p:cNvSpPr txBox="1"/>
          <p:nvPr/>
        </p:nvSpPr>
        <p:spPr>
          <a:xfrm>
            <a:off x="650167" y="3283054"/>
            <a:ext cx="6047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pic>
        <p:nvPicPr>
          <p:cNvPr id="14" name="Immagine 13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2B68DB3F-1F89-9FDE-DBF4-BF33A28391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579" y="2198584"/>
            <a:ext cx="8689498" cy="7404839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B15B6923-A0DE-5DF7-C853-E074C68AEBF6}"/>
              </a:ext>
            </a:extLst>
          </p:cNvPr>
          <p:cNvSpPr/>
          <p:nvPr/>
        </p:nvSpPr>
        <p:spPr>
          <a:xfrm>
            <a:off x="11763094" y="3048632"/>
            <a:ext cx="1003412" cy="1019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820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825B-457E-6288-B183-C8F3D515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87E907-00A7-3755-C890-517A2B9CC5EC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E5BA4B52-204E-A272-FB0A-B6B409802EFE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21BFB9-4A1F-C53D-550A-3BBBABD9A40B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6C7BB6C-9F3B-5927-B15C-D1210F865F2D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CA5F9B4-C266-D687-A937-6FD140B38BF3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97ABB36-1735-0D2A-4A21-B088A257BA52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A8F68E0-9CEF-AA5A-8FDE-DDB56BF391C1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E5450EBD-4677-A637-4245-671A4F56044F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D96D1F96-E5A2-2104-D8A7-CE00F762E51D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3B49DBD4-8C2F-0E6C-8CD2-7CBBCBABA42B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147223C1-CD94-AED5-EBF1-715BA1619B9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5A227AA-1766-6DEF-BD79-910D92E65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1B86A12-D5CE-6FCB-F2B0-9F7D69C088B6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F8C305-8D91-9E8C-60E7-A92B0C408744}"/>
              </a:ext>
            </a:extLst>
          </p:cNvPr>
          <p:cNvSpPr txBox="1"/>
          <p:nvPr/>
        </p:nvSpPr>
        <p:spPr>
          <a:xfrm>
            <a:off x="552981" y="901681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6400" b="1" baseline="30000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400" b="1" err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CoDa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CONTROL CHARTS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50BFD2-E67C-30E4-D6E8-6560E111398F}"/>
              </a:ext>
            </a:extLst>
          </p:cNvPr>
          <p:cNvSpPr txBox="1"/>
          <p:nvPr/>
        </p:nvSpPr>
        <p:spPr>
          <a:xfrm>
            <a:off x="698720" y="2988601"/>
            <a:ext cx="60473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800" b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PHASE II: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Calculation</a:t>
            </a:r>
            <a:r>
              <a:rPr lang="it-IT" sz="2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of T</a:t>
            </a:r>
            <a:r>
              <a:rPr lang="it-IT" sz="2000" baseline="30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2  </a:t>
            </a:r>
            <a:r>
              <a:rPr lang="it-IT" sz="2000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values</a:t>
            </a:r>
            <a:r>
              <a:rPr lang="it-IT" sz="2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Evaluation of UCL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Monitoring the </a:t>
            </a:r>
            <a:r>
              <a:rPr lang="it-IT" sz="2000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process</a:t>
            </a:r>
            <a:endParaRPr lang="it-IT" sz="2000">
              <a:latin typeface="K2D" panose="020B0604020202020204" charset="-34"/>
              <a:cs typeface="K2D" panose="020B0604020202020204" charset="-3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pic>
        <p:nvPicPr>
          <p:cNvPr id="19" name="Immagine 18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6C2D818D-A4E7-4094-35E2-B76F686DA2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614" y="1927587"/>
            <a:ext cx="9118878" cy="777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9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D766C-3E23-F1C1-7852-FE521428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7B8777-8E1F-F4E2-6111-CDB7D70C685F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FF775E6-DCE4-AE5D-ACAF-4D85E4C450B5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7161B42-C8C7-EE56-FE5C-20DC5831EF2E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3FDE6FC-1B28-58D9-730F-9BDB154119C8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31C20E5-9A7F-43F6-EABC-5F467BCB07A6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DCA9B46-C102-8BE9-AAA7-FAF8CC58F295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4321086-4C23-D02B-C8D2-B2AF4DE73B2F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9CCA1633-2CE1-260D-74B3-7D4CB42C473B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BE1C5A06-A982-0597-EA38-77FFC06CFECB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1BB591EE-74A6-4DFA-160F-425D130A9B64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22B18EFA-FD01-BFD3-AC96-4160C645E36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954904-4B2F-B68F-75B5-94BBFAD48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A1D5C84-F0A0-5DAB-4B92-56ACBB225244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C642955-03ED-2131-838C-D78E464C9419}"/>
              </a:ext>
            </a:extLst>
          </p:cNvPr>
          <p:cNvSpPr txBox="1"/>
          <p:nvPr/>
        </p:nvSpPr>
        <p:spPr>
          <a:xfrm>
            <a:off x="552981" y="901681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6400" b="1" baseline="30000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400" b="1" err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CoDa</a:t>
            </a: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 CONTROL CHARTS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7E485AB-C353-80C3-303C-D679E545D40A}"/>
              </a:ext>
            </a:extLst>
          </p:cNvPr>
          <p:cNvSpPr txBox="1"/>
          <p:nvPr/>
        </p:nvSpPr>
        <p:spPr>
          <a:xfrm>
            <a:off x="636627" y="2575907"/>
            <a:ext cx="6406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VALIDATION OF THE MODEL WITH TRAIN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pic>
        <p:nvPicPr>
          <p:cNvPr id="5" name="Immagine 4" descr="Immagine che contiene testo, schermata, modello&#10;&#10;Descrizione generata automaticamente">
            <a:extLst>
              <a:ext uri="{FF2B5EF4-FFF2-40B4-BE49-F238E27FC236}">
                <a16:creationId xmlns:a16="http://schemas.microsoft.com/office/drawing/2014/main" id="{E60103CA-8A15-E1A1-3103-0014724AAD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93"/>
          <a:stretch/>
        </p:blipFill>
        <p:spPr>
          <a:xfrm>
            <a:off x="11080075" y="2280037"/>
            <a:ext cx="4781623" cy="6798789"/>
          </a:xfrm>
          <a:prstGeom prst="rect">
            <a:avLst/>
          </a:prstGeom>
        </p:spPr>
      </p:pic>
      <p:pic>
        <p:nvPicPr>
          <p:cNvPr id="20" name="Immagine 19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99BA92CD-377C-BAC0-7F2D-113C783B70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56" y="3314571"/>
            <a:ext cx="7356545" cy="62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1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C11D3-04B1-5983-D28D-51A3060ED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B54731-CC22-1C44-A0BB-905DC9A05133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E347B456-5E41-4483-9967-CBCC3627B99A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93E84DF-FFE5-4E47-0199-8DD217A1991B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39CF0F1-8C41-6F16-0316-1E0DE38E928E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B3D93AE-9B53-59A4-B6C0-00BA120BE73A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9E22BA9-9BF5-921B-84BD-A49FA256665F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6EDB81A-2440-41E7-D0BA-5B57B4CBC89C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66184D77-86C4-B33E-496F-673A0293E64C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A010E4A-927D-985F-7D57-4BEBAFD1CE50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EFAA9453-8E0C-DFC5-177D-B8AC6A237023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2AA47348-232B-DF16-DFB9-375E175AC1D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F5B9E7B-8B31-EFD7-3095-3B7865DE7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320374-7759-8D61-371D-46D1B5009FFE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00F4764-E565-B47A-8049-B5471EE64C29}"/>
              </a:ext>
            </a:extLst>
          </p:cNvPr>
          <p:cNvSpPr txBox="1"/>
          <p:nvPr/>
        </p:nvSpPr>
        <p:spPr>
          <a:xfrm>
            <a:off x="423508" y="265164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TRAIN 1 vs TRAIN 15</a:t>
            </a:r>
          </a:p>
        </p:txBody>
      </p:sp>
      <p:pic>
        <p:nvPicPr>
          <p:cNvPr id="6" name="Immagine 5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9892B53E-4663-0A30-D89D-2B875D666E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26" y="2388100"/>
            <a:ext cx="8055801" cy="6864828"/>
          </a:xfrm>
          <a:prstGeom prst="rect">
            <a:avLst/>
          </a:prstGeom>
        </p:spPr>
      </p:pic>
      <p:pic>
        <p:nvPicPr>
          <p:cNvPr id="15" name="Immagine 14" descr="Immagine che contiene testo, schermata, diagramma, Rettangolo&#10;&#10;Descrizione generata automaticamente">
            <a:extLst>
              <a:ext uri="{FF2B5EF4-FFF2-40B4-BE49-F238E27FC236}">
                <a16:creationId xmlns:a16="http://schemas.microsoft.com/office/drawing/2014/main" id="{6B3CA704-1DCC-3773-C02E-2BE0552970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248" y="2388101"/>
            <a:ext cx="8055801" cy="6864828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7B26B0-8EED-4C18-102D-ECD12E16E232}"/>
              </a:ext>
            </a:extLst>
          </p:cNvPr>
          <p:cNvSpPr txBox="1"/>
          <p:nvPr/>
        </p:nvSpPr>
        <p:spPr>
          <a:xfrm>
            <a:off x="1612951" y="8667077"/>
            <a:ext cx="618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i="1" err="1">
                <a:solidFill>
                  <a:srgbClr val="135C5A"/>
                </a:solidFill>
              </a:rPr>
              <a:t>Boxplot</a:t>
            </a:r>
            <a:r>
              <a:rPr lang="it-IT" sz="2400" i="1">
                <a:solidFill>
                  <a:srgbClr val="135C5A"/>
                </a:solidFill>
              </a:rPr>
              <a:t> for </a:t>
            </a:r>
            <a:r>
              <a:rPr lang="it-IT" sz="2400" i="1" err="1">
                <a:solidFill>
                  <a:srgbClr val="135C5A"/>
                </a:solidFill>
              </a:rPr>
              <a:t>median</a:t>
            </a:r>
            <a:r>
              <a:rPr lang="it-IT" sz="2400" i="1">
                <a:solidFill>
                  <a:srgbClr val="135C5A"/>
                </a:solidFill>
              </a:rPr>
              <a:t> powers of </a:t>
            </a:r>
            <a:r>
              <a:rPr lang="it-IT" sz="2400" i="1" err="1">
                <a:solidFill>
                  <a:srgbClr val="135C5A"/>
                </a:solidFill>
              </a:rPr>
              <a:t>train</a:t>
            </a:r>
            <a:r>
              <a:rPr lang="it-IT" sz="2400" i="1">
                <a:solidFill>
                  <a:srgbClr val="135C5A"/>
                </a:solidFill>
              </a:rPr>
              <a:t> 1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076DF0F-D5EC-614B-67D3-11BB1824FC5C}"/>
              </a:ext>
            </a:extLst>
          </p:cNvPr>
          <p:cNvSpPr txBox="1"/>
          <p:nvPr/>
        </p:nvSpPr>
        <p:spPr>
          <a:xfrm>
            <a:off x="9957707" y="8667077"/>
            <a:ext cx="10665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i="1" err="1">
                <a:solidFill>
                  <a:srgbClr val="135C5A"/>
                </a:solidFill>
              </a:rPr>
              <a:t>Boxplot</a:t>
            </a:r>
            <a:r>
              <a:rPr lang="it-IT" sz="2400" i="1">
                <a:solidFill>
                  <a:srgbClr val="135C5A"/>
                </a:solidFill>
              </a:rPr>
              <a:t> for </a:t>
            </a:r>
            <a:r>
              <a:rPr lang="it-IT" sz="2400" i="1" err="1">
                <a:solidFill>
                  <a:srgbClr val="135C5A"/>
                </a:solidFill>
              </a:rPr>
              <a:t>median</a:t>
            </a:r>
            <a:r>
              <a:rPr lang="it-IT" sz="2400" i="1">
                <a:solidFill>
                  <a:srgbClr val="135C5A"/>
                </a:solidFill>
              </a:rPr>
              <a:t> powers of </a:t>
            </a:r>
            <a:r>
              <a:rPr lang="it-IT" sz="2400" i="1" err="1">
                <a:solidFill>
                  <a:srgbClr val="135C5A"/>
                </a:solidFill>
              </a:rPr>
              <a:t>train</a:t>
            </a:r>
            <a:r>
              <a:rPr lang="it-IT" sz="2400" i="1">
                <a:solidFill>
                  <a:srgbClr val="135C5A"/>
                </a:solidFill>
              </a:rPr>
              <a:t> 15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F5554DA-929C-D87E-D1BA-4842B60FFE28}"/>
              </a:ext>
            </a:extLst>
          </p:cNvPr>
          <p:cNvSpPr txBox="1"/>
          <p:nvPr/>
        </p:nvSpPr>
        <p:spPr>
          <a:xfrm>
            <a:off x="517890" y="1810159"/>
            <a:ext cx="7525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BOXPLOTS OF MEDIAN POWERS</a:t>
            </a:r>
          </a:p>
        </p:txBody>
      </p:sp>
    </p:spTree>
    <p:extLst>
      <p:ext uri="{BB962C8B-B14F-4D97-AF65-F5344CB8AC3E}">
        <p14:creationId xmlns:p14="http://schemas.microsoft.com/office/powerpoint/2010/main" val="139467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10D6-7764-0166-C939-F903CFFA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B6A98D-8781-E656-2B5F-E337D39660EE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7B95651-2D69-DD4E-BFB2-B1C281B746D0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AC9F8F6-A541-4CDF-2CF8-E520AD994322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5D3B3EF-D54F-BE60-CE09-F73CBF68EBA0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A4B0DFD-2DDB-59A2-6AD2-0EDDA0DC2777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35EDA4B-C80A-B313-D7EC-36641CE0CBD3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90B0BF4-5575-E41A-062D-D607742FE431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40D96972-50C5-EB05-B83D-3673006EBE4B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BA00BE66-B381-3B9F-9562-568F88221BE4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763AE406-21F7-CC22-A819-E35A50187E4B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81BACCCF-C983-9383-7328-7A6022AB44A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2C9A9B-00C7-385C-ACED-35BC8EF10D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ED26A7E-D676-F654-129E-A66307827599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1F7799F-9A44-CF06-04D9-2BA9D0F7CCF2}"/>
              </a:ext>
            </a:extLst>
          </p:cNvPr>
          <p:cNvSpPr txBox="1"/>
          <p:nvPr/>
        </p:nvSpPr>
        <p:spPr>
          <a:xfrm>
            <a:off x="423508" y="265164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TRAIN 1 vs TRAIN 15</a:t>
            </a:r>
          </a:p>
        </p:txBody>
      </p:sp>
      <p:pic>
        <p:nvPicPr>
          <p:cNvPr id="19" name="Immagine 18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5750D4B0-B0E0-A874-7AE9-00D79CE2CF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108" y="1239861"/>
            <a:ext cx="14271784" cy="8293190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BB02BC3-6179-62A2-F8E7-515A0C8BC829}"/>
              </a:ext>
            </a:extLst>
          </p:cNvPr>
          <p:cNvSpPr txBox="1"/>
          <p:nvPr/>
        </p:nvSpPr>
        <p:spPr>
          <a:xfrm>
            <a:off x="2008108" y="9528132"/>
            <a:ext cx="9902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i="1" err="1">
                <a:solidFill>
                  <a:srgbClr val="135C5A"/>
                </a:solidFill>
              </a:rPr>
              <a:t>Ternary</a:t>
            </a:r>
            <a:r>
              <a:rPr lang="it-IT" sz="2400" i="1">
                <a:solidFill>
                  <a:srgbClr val="135C5A"/>
                </a:solidFill>
              </a:rPr>
              <a:t> </a:t>
            </a:r>
            <a:r>
              <a:rPr lang="it-IT" sz="2400" i="1" err="1">
                <a:solidFill>
                  <a:srgbClr val="135C5A"/>
                </a:solidFill>
              </a:rPr>
              <a:t>diagram</a:t>
            </a:r>
            <a:r>
              <a:rPr lang="it-IT" sz="2400" i="1">
                <a:solidFill>
                  <a:srgbClr val="135C5A"/>
                </a:solidFill>
              </a:rPr>
              <a:t> for </a:t>
            </a:r>
            <a:r>
              <a:rPr lang="it-IT" sz="2400" i="1" err="1">
                <a:solidFill>
                  <a:srgbClr val="135C5A"/>
                </a:solidFill>
              </a:rPr>
              <a:t>train</a:t>
            </a:r>
            <a:r>
              <a:rPr lang="it-IT" sz="2400" i="1">
                <a:solidFill>
                  <a:srgbClr val="135C5A"/>
                </a:solidFill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21786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B343-BB71-552B-CF57-DEC2CEB9D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91B9E7-EBF6-B0B9-EAE1-D6FF4C08024D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8EC0E40-6EA9-685C-5C5F-6471EA93F203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E0D40B9-F92C-AB63-DF6A-5F61F4EC2A2B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EDA31B8-73EA-6167-AFA1-2229D17FE801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367B3D6-A32E-6DE2-FF99-27B0C9DDEBA2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EC91F14-544D-90F7-BA3B-D9D26E1363F7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A18D897-B21A-E416-F066-2E1FA6B466FC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5725FA13-0C99-B0C3-0C11-F994AA66118A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9C7A359-0ABA-B4BC-6314-17385D0E31D8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B90CF418-2BC6-987F-2C28-BF1F118ABB4E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300E67FE-02C8-7A84-6CE1-66E27171557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9A754FB-15F1-CE8E-EE27-D17B9805A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32FF070-BEF8-82AE-FEA9-32F56E2CF202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2BD5886-678A-EC07-A1FA-912481E7C126}"/>
              </a:ext>
            </a:extLst>
          </p:cNvPr>
          <p:cNvSpPr txBox="1"/>
          <p:nvPr/>
        </p:nvSpPr>
        <p:spPr>
          <a:xfrm>
            <a:off x="423508" y="265164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TRAIN 1 vs TRAIN 15</a:t>
            </a:r>
          </a:p>
        </p:txBody>
      </p:sp>
      <p:pic>
        <p:nvPicPr>
          <p:cNvPr id="5" name="Immagine 4" descr="Immagine che contiene diagramma, origami&#10;&#10;Descrizione generata automaticamente">
            <a:extLst>
              <a:ext uri="{FF2B5EF4-FFF2-40B4-BE49-F238E27FC236}">
                <a16:creationId xmlns:a16="http://schemas.microsoft.com/office/drawing/2014/main" id="{52B00733-5C2E-9D8A-C800-0D6A1A363C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44" y="1376727"/>
            <a:ext cx="14141112" cy="820797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32DC89B-43DE-D54D-555F-9EC5113EF8FD}"/>
              </a:ext>
            </a:extLst>
          </p:cNvPr>
          <p:cNvSpPr txBox="1"/>
          <p:nvPr/>
        </p:nvSpPr>
        <p:spPr>
          <a:xfrm>
            <a:off x="2505888" y="9675753"/>
            <a:ext cx="4580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i="1" err="1">
                <a:solidFill>
                  <a:srgbClr val="135C5A"/>
                </a:solidFill>
              </a:rPr>
              <a:t>Ternary</a:t>
            </a:r>
            <a:r>
              <a:rPr lang="it-IT" sz="2400" i="1">
                <a:solidFill>
                  <a:srgbClr val="135C5A"/>
                </a:solidFill>
              </a:rPr>
              <a:t> </a:t>
            </a:r>
            <a:r>
              <a:rPr lang="it-IT" sz="2400" i="1" err="1">
                <a:solidFill>
                  <a:srgbClr val="135C5A"/>
                </a:solidFill>
              </a:rPr>
              <a:t>diagram</a:t>
            </a:r>
            <a:r>
              <a:rPr lang="it-IT" sz="2400" i="1">
                <a:solidFill>
                  <a:srgbClr val="135C5A"/>
                </a:solidFill>
              </a:rPr>
              <a:t> for </a:t>
            </a:r>
            <a:r>
              <a:rPr lang="it-IT" sz="2400" i="1" err="1">
                <a:solidFill>
                  <a:srgbClr val="135C5A"/>
                </a:solidFill>
              </a:rPr>
              <a:t>train</a:t>
            </a:r>
            <a:r>
              <a:rPr lang="it-IT" sz="2400" i="1">
                <a:solidFill>
                  <a:srgbClr val="135C5A"/>
                </a:solidFill>
              </a:rPr>
              <a:t> 15</a:t>
            </a:r>
          </a:p>
        </p:txBody>
      </p:sp>
    </p:spTree>
    <p:extLst>
      <p:ext uri="{BB962C8B-B14F-4D97-AF65-F5344CB8AC3E}">
        <p14:creationId xmlns:p14="http://schemas.microsoft.com/office/powerpoint/2010/main" val="283207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363F-D270-F064-7EB6-20BFB796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479AE3-2442-7BFA-5CF6-4E8339A81DE5}"/>
              </a:ext>
            </a:extLst>
          </p:cNvPr>
          <p:cNvSpPr/>
          <p:nvPr/>
        </p:nvSpPr>
        <p:spPr>
          <a:xfrm rot="-755577" flipH="1" flipV="1">
            <a:off x="-922706" y="2900036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C55BB11-D6F0-0FE3-8130-569CB492A2A5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5C10597-1ACE-5CEA-9BD9-035F040F997D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F17AC83-B86C-96AC-FBF6-C2281FFC56CC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B3B32F9-CF28-D174-14E8-84C0C4B64B00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492738B-E492-C937-0123-81839DDF17C0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5FF0D63-A2E8-6936-752B-DE57D0D64A78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3E461B2E-23D2-1040-ED57-74119478B9D7}"/>
              </a:ext>
            </a:extLst>
          </p:cNvPr>
          <p:cNvGrpSpPr/>
          <p:nvPr/>
        </p:nvGrpSpPr>
        <p:grpSpPr>
          <a:xfrm>
            <a:off x="10896600" y="876300"/>
            <a:ext cx="7043839" cy="76200"/>
            <a:chOff x="0" y="0"/>
            <a:chExt cx="1395927" cy="26224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7CE8698-D6FE-D8EB-0D48-01A33FDDA034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F4B896F2-8874-6E34-A181-E42783CE0708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4" name="Immagine 11">
            <a:extLst>
              <a:ext uri="{FF2B5EF4-FFF2-40B4-BE49-F238E27FC236}">
                <a16:creationId xmlns:a16="http://schemas.microsoft.com/office/drawing/2014/main" id="{E8EAB443-A728-DF6C-28D6-3749EB9BEA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223" y="123367"/>
            <a:ext cx="3961661" cy="75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4D23676-989F-937E-04AF-D932A12CE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5214" y="115969"/>
            <a:ext cx="2654436" cy="6921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1855CF2-3763-A27B-69D6-A994768D6DFE}"/>
              </a:ext>
            </a:extLst>
          </p:cNvPr>
          <p:cNvSpPr txBox="1"/>
          <p:nvPr/>
        </p:nvSpPr>
        <p:spPr>
          <a:xfrm>
            <a:off x="636627" y="4722620"/>
            <a:ext cx="41593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502D680-4B45-1270-9851-E68343642B3F}"/>
              </a:ext>
            </a:extLst>
          </p:cNvPr>
          <p:cNvSpPr txBox="1"/>
          <p:nvPr/>
        </p:nvSpPr>
        <p:spPr>
          <a:xfrm>
            <a:off x="423508" y="265164"/>
            <a:ext cx="11711819" cy="118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400" b="1">
                <a:solidFill>
                  <a:srgbClr val="155F5C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PERSPECTIVES</a:t>
            </a:r>
          </a:p>
        </p:txBody>
      </p:sp>
      <p:pic>
        <p:nvPicPr>
          <p:cNvPr id="5" name="Immagine 4" descr="Immagine che contiene diagramma, clipart, Elementi grafici, Carattere&#10;&#10;Descrizione generata automaticamente">
            <a:extLst>
              <a:ext uri="{FF2B5EF4-FFF2-40B4-BE49-F238E27FC236}">
                <a16:creationId xmlns:a16="http://schemas.microsoft.com/office/drawing/2014/main" id="{EF1D5A43-6247-43E8-4728-C36C907D94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398" y="7312817"/>
            <a:ext cx="2118445" cy="2208592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B4E689E-03F3-38D9-7DBB-F9E9A7C36D98}"/>
              </a:ext>
            </a:extLst>
          </p:cNvPr>
          <p:cNvSpPr txBox="1"/>
          <p:nvPr/>
        </p:nvSpPr>
        <p:spPr>
          <a:xfrm>
            <a:off x="566441" y="2016243"/>
            <a:ext cx="8439993" cy="253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Improve the T² </a:t>
            </a:r>
            <a:r>
              <a:rPr lang="en-US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CoDa</a:t>
            </a:r>
            <a:r>
              <a:rPr lang="en-US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framework to be scalable and generalizable across different trains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Ensure the model is resilient to variations in battery characteristics, operational conditions, and environmental factors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Combine the T² </a:t>
            </a:r>
            <a:r>
              <a:rPr lang="en-US" err="1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CoDa</a:t>
            </a:r>
            <a:r>
              <a:rPr lang="en-US">
                <a:solidFill>
                  <a:srgbClr val="135C5A"/>
                </a:solidFill>
                <a:latin typeface="K2D" panose="020B0604020202020204" charset="-34"/>
                <a:cs typeface="K2D" panose="020B0604020202020204" charset="-34"/>
              </a:rPr>
              <a:t> approach with machine learning models to predict battery degradation patterns.</a:t>
            </a:r>
            <a:endParaRPr lang="it-IT">
              <a:solidFill>
                <a:srgbClr val="135C5A"/>
              </a:solidFill>
              <a:latin typeface="K2D" panose="020B0604020202020204" charset="-34"/>
              <a:cs typeface="K2D" panose="020B0604020202020204" charset="-34"/>
            </a:endParaRPr>
          </a:p>
        </p:txBody>
      </p:sp>
      <p:pic>
        <p:nvPicPr>
          <p:cNvPr id="18" name="Immagine 1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61BFE493-99C4-BD92-AFDD-534BE1175F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4812" y="7083242"/>
            <a:ext cx="2442450" cy="245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208C-E399-1449-B0D9-93129B5B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1E1F53-726C-7D76-D160-C30F031A236B}"/>
              </a:ext>
            </a:extLst>
          </p:cNvPr>
          <p:cNvSpPr/>
          <p:nvPr/>
        </p:nvSpPr>
        <p:spPr>
          <a:xfrm rot="20844423" flipH="1" flipV="1">
            <a:off x="-1022092" y="3438589"/>
            <a:ext cx="20327621" cy="6775874"/>
          </a:xfrm>
          <a:custGeom>
            <a:avLst/>
            <a:gdLst/>
            <a:ahLst/>
            <a:cxnLst/>
            <a:rect l="l" t="t" r="r" b="b"/>
            <a:pathLst>
              <a:path w="20327621" h="6775874">
                <a:moveTo>
                  <a:pt x="20327621" y="6775874"/>
                </a:moveTo>
                <a:lnTo>
                  <a:pt x="0" y="6775874"/>
                </a:lnTo>
                <a:lnTo>
                  <a:pt x="0" y="0"/>
                </a:lnTo>
                <a:lnTo>
                  <a:pt x="20327621" y="0"/>
                </a:lnTo>
                <a:lnTo>
                  <a:pt x="20327621" y="67758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94FBF52-F251-84BB-F83C-F8F37E9B84C5}"/>
              </a:ext>
            </a:extLst>
          </p:cNvPr>
          <p:cNvSpPr txBox="1"/>
          <p:nvPr/>
        </p:nvSpPr>
        <p:spPr>
          <a:xfrm>
            <a:off x="13511412" y="8174847"/>
            <a:ext cx="4407046" cy="319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3"/>
              </a:lnSpc>
            </a:pPr>
            <a:r>
              <a:rPr lang="en-US" sz="2000" b="1">
                <a:solidFill>
                  <a:srgbClr val="FFFFFF"/>
                </a:solidFill>
                <a:latin typeface="K2D"/>
                <a:ea typeface="K2D"/>
                <a:cs typeface="K2D"/>
                <a:sym typeface="K2D"/>
              </a:rPr>
              <a:t>                         </a:t>
            </a:r>
            <a:endParaRPr lang="en-US" sz="2000" b="1">
              <a:solidFill>
                <a:srgbClr val="E78724"/>
              </a:solidFill>
              <a:latin typeface="K2D Bold"/>
              <a:ea typeface="K2D"/>
              <a:cs typeface="K2D Bold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2854536-C5DF-298F-3124-8FFC2B4909D5}"/>
              </a:ext>
            </a:extLst>
          </p:cNvPr>
          <p:cNvGrpSpPr/>
          <p:nvPr/>
        </p:nvGrpSpPr>
        <p:grpSpPr>
          <a:xfrm>
            <a:off x="12640277" y="9820412"/>
            <a:ext cx="5300162" cy="99568"/>
            <a:chOff x="0" y="0"/>
            <a:chExt cx="1395927" cy="2622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BBFD061-FF44-A09B-88A7-FF0A62BC929E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2675A0C-FE9E-E80D-0A05-478894FD40E7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47C7F66-20B1-A110-AA69-BC8F868A1BF9}"/>
              </a:ext>
            </a:extLst>
          </p:cNvPr>
          <p:cNvGrpSpPr/>
          <p:nvPr/>
        </p:nvGrpSpPr>
        <p:grpSpPr>
          <a:xfrm rot="5400000">
            <a:off x="15240574" y="7220115"/>
            <a:ext cx="5300162" cy="99568"/>
            <a:chOff x="0" y="0"/>
            <a:chExt cx="1395927" cy="2622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168C5AE-7C2C-A80C-36FC-86CAFF0A22B9}"/>
                </a:ext>
              </a:extLst>
            </p:cNvPr>
            <p:cNvSpPr/>
            <p:nvPr/>
          </p:nvSpPr>
          <p:spPr>
            <a:xfrm>
              <a:off x="0" y="0"/>
              <a:ext cx="1395927" cy="26224"/>
            </a:xfrm>
            <a:custGeom>
              <a:avLst/>
              <a:gdLst/>
              <a:ahLst/>
              <a:cxnLst/>
              <a:rect l="l" t="t" r="r" b="b"/>
              <a:pathLst>
                <a:path w="1395927" h="26224">
                  <a:moveTo>
                    <a:pt x="11686" y="0"/>
                  </a:moveTo>
                  <a:lnTo>
                    <a:pt x="1384242" y="0"/>
                  </a:lnTo>
                  <a:cubicBezTo>
                    <a:pt x="1390696" y="0"/>
                    <a:pt x="1395927" y="5232"/>
                    <a:pt x="1395927" y="11686"/>
                  </a:cubicBezTo>
                  <a:lnTo>
                    <a:pt x="1395927" y="14538"/>
                  </a:lnTo>
                  <a:cubicBezTo>
                    <a:pt x="1395927" y="17637"/>
                    <a:pt x="1394696" y="20609"/>
                    <a:pt x="1392505" y="22801"/>
                  </a:cubicBezTo>
                  <a:cubicBezTo>
                    <a:pt x="1390313" y="24992"/>
                    <a:pt x="1387341" y="26224"/>
                    <a:pt x="1384242" y="26224"/>
                  </a:cubicBezTo>
                  <a:lnTo>
                    <a:pt x="11686" y="26224"/>
                  </a:lnTo>
                  <a:cubicBezTo>
                    <a:pt x="8586" y="26224"/>
                    <a:pt x="5614" y="24992"/>
                    <a:pt x="3423" y="22801"/>
                  </a:cubicBezTo>
                  <a:cubicBezTo>
                    <a:pt x="1231" y="20609"/>
                    <a:pt x="0" y="17637"/>
                    <a:pt x="0" y="14538"/>
                  </a:cubicBezTo>
                  <a:lnTo>
                    <a:pt x="0" y="11686"/>
                  </a:lnTo>
                  <a:cubicBezTo>
                    <a:pt x="0" y="8586"/>
                    <a:pt x="1231" y="5614"/>
                    <a:pt x="3423" y="3423"/>
                  </a:cubicBezTo>
                  <a:cubicBezTo>
                    <a:pt x="5614" y="1231"/>
                    <a:pt x="8586" y="0"/>
                    <a:pt x="116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0E8F5CA-B483-8DC0-2E0B-85553331F12D}"/>
                </a:ext>
              </a:extLst>
            </p:cNvPr>
            <p:cNvSpPr txBox="1"/>
            <p:nvPr/>
          </p:nvSpPr>
          <p:spPr>
            <a:xfrm>
              <a:off x="0" y="-38100"/>
              <a:ext cx="1395927" cy="64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C8A0249-3543-C787-A4DA-3A4CA5DE0F0E}"/>
              </a:ext>
            </a:extLst>
          </p:cNvPr>
          <p:cNvGrpSpPr/>
          <p:nvPr/>
        </p:nvGrpSpPr>
        <p:grpSpPr>
          <a:xfrm>
            <a:off x="232475" y="9788741"/>
            <a:ext cx="6052428" cy="81454"/>
            <a:chOff x="0" y="0"/>
            <a:chExt cx="1594055" cy="2145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D45CB6E-3B0A-40B1-7191-C379BD791EB5}"/>
                </a:ext>
              </a:extLst>
            </p:cNvPr>
            <p:cNvSpPr/>
            <p:nvPr/>
          </p:nvSpPr>
          <p:spPr>
            <a:xfrm>
              <a:off x="0" y="0"/>
              <a:ext cx="1594055" cy="21453"/>
            </a:xfrm>
            <a:custGeom>
              <a:avLst/>
              <a:gdLst/>
              <a:ahLst/>
              <a:cxnLst/>
              <a:rect l="l" t="t" r="r" b="b"/>
              <a:pathLst>
                <a:path w="1594055" h="21453">
                  <a:moveTo>
                    <a:pt x="10233" y="0"/>
                  </a:moveTo>
                  <a:lnTo>
                    <a:pt x="1583822" y="0"/>
                  </a:lnTo>
                  <a:cubicBezTo>
                    <a:pt x="1586536" y="0"/>
                    <a:pt x="1589139" y="1078"/>
                    <a:pt x="1591058" y="2997"/>
                  </a:cubicBezTo>
                  <a:cubicBezTo>
                    <a:pt x="1592977" y="4916"/>
                    <a:pt x="1594055" y="7519"/>
                    <a:pt x="1594055" y="10233"/>
                  </a:cubicBezTo>
                  <a:lnTo>
                    <a:pt x="1594055" y="11220"/>
                  </a:lnTo>
                  <a:cubicBezTo>
                    <a:pt x="1594055" y="16871"/>
                    <a:pt x="1589474" y="21453"/>
                    <a:pt x="1583822" y="21453"/>
                  </a:cubicBezTo>
                  <a:lnTo>
                    <a:pt x="10233" y="21453"/>
                  </a:lnTo>
                  <a:cubicBezTo>
                    <a:pt x="7519" y="21453"/>
                    <a:pt x="4916" y="20375"/>
                    <a:pt x="2997" y="18456"/>
                  </a:cubicBezTo>
                  <a:cubicBezTo>
                    <a:pt x="1078" y="16537"/>
                    <a:pt x="0" y="13934"/>
                    <a:pt x="0" y="11220"/>
                  </a:cubicBezTo>
                  <a:lnTo>
                    <a:pt x="0" y="10233"/>
                  </a:lnTo>
                  <a:cubicBezTo>
                    <a:pt x="0" y="7519"/>
                    <a:pt x="1078" y="4916"/>
                    <a:pt x="2997" y="2997"/>
                  </a:cubicBezTo>
                  <a:cubicBezTo>
                    <a:pt x="4916" y="1078"/>
                    <a:pt x="7519" y="0"/>
                    <a:pt x="1023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FA158">
                    <a:alpha val="100000"/>
                  </a:srgbClr>
                </a:gs>
                <a:gs pos="50000">
                  <a:srgbClr val="59BFBB">
                    <a:alpha val="100000"/>
                  </a:srgbClr>
                </a:gs>
                <a:gs pos="100000">
                  <a:srgbClr val="155F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DCEFA1F-4266-9CCC-E881-0CA8B00A345A}"/>
                </a:ext>
              </a:extLst>
            </p:cNvPr>
            <p:cNvSpPr txBox="1"/>
            <p:nvPr/>
          </p:nvSpPr>
          <p:spPr>
            <a:xfrm>
              <a:off x="0" y="-38100"/>
              <a:ext cx="1594055" cy="5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21634E5-03AB-7030-658C-458C14015769}"/>
              </a:ext>
            </a:extLst>
          </p:cNvPr>
          <p:cNvSpPr txBox="1"/>
          <p:nvPr/>
        </p:nvSpPr>
        <p:spPr>
          <a:xfrm>
            <a:off x="448034" y="186885"/>
            <a:ext cx="7465880" cy="3941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71"/>
              </a:lnSpc>
            </a:pPr>
            <a:r>
              <a:rPr lang="en-US" sz="9600" b="1">
                <a:solidFill>
                  <a:srgbClr val="135C5A"/>
                </a:solidFill>
                <a:latin typeface="Poppins Bold"/>
                <a:ea typeface="Poppins Bold"/>
                <a:cs typeface="Poppins Bold"/>
              </a:rPr>
              <a:t>THANK YOU FOR YOUR ATTENTION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92077391-6AA5-0C23-00D9-859F5A63DB75}"/>
              </a:ext>
            </a:extLst>
          </p:cNvPr>
          <p:cNvGrpSpPr/>
          <p:nvPr/>
        </p:nvGrpSpPr>
        <p:grpSpPr>
          <a:xfrm>
            <a:off x="11091761" y="190500"/>
            <a:ext cx="7043839" cy="836531"/>
            <a:chOff x="11091761" y="190500"/>
            <a:chExt cx="7043839" cy="836531"/>
          </a:xfrm>
        </p:grpSpPr>
        <p:grpSp>
          <p:nvGrpSpPr>
            <p:cNvPr id="22" name="Group 12">
              <a:extLst>
                <a:ext uri="{FF2B5EF4-FFF2-40B4-BE49-F238E27FC236}">
                  <a16:creationId xmlns:a16="http://schemas.microsoft.com/office/drawing/2014/main" id="{27AF7710-76A5-CFA6-CF8F-629749190992}"/>
                </a:ext>
              </a:extLst>
            </p:cNvPr>
            <p:cNvGrpSpPr/>
            <p:nvPr/>
          </p:nvGrpSpPr>
          <p:grpSpPr>
            <a:xfrm>
              <a:off x="11091761" y="950831"/>
              <a:ext cx="7043839" cy="76200"/>
              <a:chOff x="0" y="0"/>
              <a:chExt cx="1395927" cy="26224"/>
            </a:xfrm>
          </p:grpSpPr>
          <p:sp>
            <p:nvSpPr>
              <p:cNvPr id="23" name="Freeform 13">
                <a:extLst>
                  <a:ext uri="{FF2B5EF4-FFF2-40B4-BE49-F238E27FC236}">
                    <a16:creationId xmlns:a16="http://schemas.microsoft.com/office/drawing/2014/main" id="{75B334D0-F667-C1B3-6031-6468FDFCB551}"/>
                  </a:ext>
                </a:extLst>
              </p:cNvPr>
              <p:cNvSpPr/>
              <p:nvPr/>
            </p:nvSpPr>
            <p:spPr>
              <a:xfrm>
                <a:off x="0" y="0"/>
                <a:ext cx="1395927" cy="26224"/>
              </a:xfrm>
              <a:custGeom>
                <a:avLst/>
                <a:gdLst/>
                <a:ahLst/>
                <a:cxnLst/>
                <a:rect l="l" t="t" r="r" b="b"/>
                <a:pathLst>
                  <a:path w="1395927" h="26224">
                    <a:moveTo>
                      <a:pt x="11686" y="0"/>
                    </a:moveTo>
                    <a:lnTo>
                      <a:pt x="1384242" y="0"/>
                    </a:lnTo>
                    <a:cubicBezTo>
                      <a:pt x="1390696" y="0"/>
                      <a:pt x="1395927" y="5232"/>
                      <a:pt x="1395927" y="11686"/>
                    </a:cubicBezTo>
                    <a:lnTo>
                      <a:pt x="1395927" y="14538"/>
                    </a:lnTo>
                    <a:cubicBezTo>
                      <a:pt x="1395927" y="17637"/>
                      <a:pt x="1394696" y="20609"/>
                      <a:pt x="1392505" y="22801"/>
                    </a:cubicBezTo>
                    <a:cubicBezTo>
                      <a:pt x="1390313" y="24992"/>
                      <a:pt x="1387341" y="26224"/>
                      <a:pt x="1384242" y="26224"/>
                    </a:cubicBezTo>
                    <a:lnTo>
                      <a:pt x="11686" y="26224"/>
                    </a:lnTo>
                    <a:cubicBezTo>
                      <a:pt x="8586" y="26224"/>
                      <a:pt x="5614" y="24992"/>
                      <a:pt x="3423" y="22801"/>
                    </a:cubicBezTo>
                    <a:cubicBezTo>
                      <a:pt x="1231" y="20609"/>
                      <a:pt x="0" y="17637"/>
                      <a:pt x="0" y="14538"/>
                    </a:cubicBezTo>
                    <a:lnTo>
                      <a:pt x="0" y="11686"/>
                    </a:lnTo>
                    <a:cubicBezTo>
                      <a:pt x="0" y="8586"/>
                      <a:pt x="1231" y="5614"/>
                      <a:pt x="3423" y="3423"/>
                    </a:cubicBezTo>
                    <a:cubicBezTo>
                      <a:pt x="5614" y="1231"/>
                      <a:pt x="8586" y="0"/>
                      <a:pt x="1168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FA158">
                      <a:alpha val="100000"/>
                    </a:srgbClr>
                  </a:gs>
                  <a:gs pos="50000">
                    <a:srgbClr val="59BFBB">
                      <a:alpha val="100000"/>
                    </a:srgbClr>
                  </a:gs>
                  <a:gs pos="100000">
                    <a:srgbClr val="155F5C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14">
                <a:extLst>
                  <a:ext uri="{FF2B5EF4-FFF2-40B4-BE49-F238E27FC236}">
                    <a16:creationId xmlns:a16="http://schemas.microsoft.com/office/drawing/2014/main" id="{3E823C8B-8F18-555B-B4AE-BA8F6FD1BF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95927" cy="643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pic>
          <p:nvPicPr>
            <p:cNvPr id="25" name="Immagine 11">
              <a:extLst>
                <a:ext uri="{FF2B5EF4-FFF2-40B4-BE49-F238E27FC236}">
                  <a16:creationId xmlns:a16="http://schemas.microsoft.com/office/drawing/2014/main" id="{CCFB00EC-E9D3-09EF-A836-3281913C3008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36384" y="197898"/>
              <a:ext cx="3961661" cy="75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A58E6A5-B22F-4875-A587-D045265DE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70375" y="190500"/>
              <a:ext cx="2654436" cy="6921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984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5194173121B8458F159273A8653D87" ma:contentTypeVersion="10" ma:contentTypeDescription="Create a new document." ma:contentTypeScope="" ma:versionID="db2f0f71c03b52a841129a1b0109f745">
  <xsd:schema xmlns:xsd="http://www.w3.org/2001/XMLSchema" xmlns:xs="http://www.w3.org/2001/XMLSchema" xmlns:p="http://schemas.microsoft.com/office/2006/metadata/properties" xmlns:ns2="124aee61-18c5-4199-9ff3-f88daff9b70c" targetNamespace="http://schemas.microsoft.com/office/2006/metadata/properties" ma:root="true" ma:fieldsID="f9801e003fee2fb81fc2a2b35e5b4e0b" ns2:_="">
    <xsd:import namespace="124aee61-18c5-4199-9ff3-f88daff9b7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4aee61-18c5-4199-9ff3-f88daff9b7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4aee61-18c5-4199-9ff3-f88daff9b7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34F1A7C-5FED-4D95-A8BD-FF67A8C5163F}"/>
</file>

<file path=customXml/itemProps2.xml><?xml version="1.0" encoding="utf-8"?>
<ds:datastoreItem xmlns:ds="http://schemas.openxmlformats.org/officeDocument/2006/customXml" ds:itemID="{90454F29-C7A2-48AF-8552-A6DC59EFD2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D22A2B-5AA4-42BF-91A7-07BB33206245}">
  <ds:schemaRefs>
    <ds:schemaRef ds:uri="124aee61-18c5-4199-9ff3-f88daff9b70c"/>
    <ds:schemaRef ds:uri="357ff623-bed6-4776-a23b-f2dbf0ec2c3b"/>
    <ds:schemaRef ds:uri="5e575888-df2e-4ced-acc9-864ef168f8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Personalizzato</PresentationFormat>
  <Slides>30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1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HITACHI RAIL PROJECT</dc:title>
  <dc:creator>Ehsan</dc:creator>
  <cp:revision>3</cp:revision>
  <dcterms:created xsi:type="dcterms:W3CDTF">2006-08-16T00:00:00Z</dcterms:created>
  <dcterms:modified xsi:type="dcterms:W3CDTF">2025-01-31T11:19:23Z</dcterms:modified>
  <dc:identifier>DAGdeicdxM4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0x010100F05194173121B8458F159273A8653D87</vt:lpwstr>
  </property>
  <property fmtid="{D5CDD505-2E9C-101B-9397-08002B2CF9AE}" pid="3" name="MediaServiceImageTags">
    <vt:lpwstr/>
  </property>
</Properties>
</file>